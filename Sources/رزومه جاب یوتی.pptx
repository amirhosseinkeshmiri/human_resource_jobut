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0" r:id="rId3"/>
    <p:sldId id="267" r:id="rId4"/>
    <p:sldId id="280" r:id="rId5"/>
    <p:sldId id="282" r:id="rId6"/>
    <p:sldId id="263" r:id="rId7"/>
    <p:sldId id="276" r:id="rId8"/>
    <p:sldId id="27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D8C"/>
    <a:srgbClr val="203995"/>
    <a:srgbClr val="193C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62"/>
      </p:cViewPr>
      <p:guideLst>
        <p:guide orient="horz" pos="206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45BD4A-D53C-4277-9674-4C65FA4EC458}" type="datetimeFigureOut">
              <a:rPr lang="en-US" smtClean="0"/>
              <a:t>2026-09-01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963375-65E8-4FDB-BDE9-9B3BA9A8E150}" type="slidenum">
              <a:rPr lang="en-US" smtClean="0"/>
              <a:t>‹#›</a:t>
            </a:fld>
            <a:endParaRPr lang="en-US"/>
          </a:p>
        </p:txBody>
      </p:sp>
    </p:spTree>
    <p:extLst>
      <p:ext uri="{BB962C8B-B14F-4D97-AF65-F5344CB8AC3E}">
        <p14:creationId xmlns:p14="http://schemas.microsoft.com/office/powerpoint/2010/main" val="2299635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963375-65E8-4FDB-BDE9-9B3BA9A8E150}" type="slidenum">
              <a:rPr lang="en-US" smtClean="0"/>
              <a:t>1</a:t>
            </a:fld>
            <a:endParaRPr lang="en-US"/>
          </a:p>
        </p:txBody>
      </p:sp>
    </p:spTree>
    <p:extLst>
      <p:ext uri="{BB962C8B-B14F-4D97-AF65-F5344CB8AC3E}">
        <p14:creationId xmlns:p14="http://schemas.microsoft.com/office/powerpoint/2010/main" val="3486049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1260250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934265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1726926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A2D21D1-52E2-420B-B491-CFF6D7BB79FB}" type="slidenum">
              <a:rPr 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2583736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963375-65E8-4FDB-BDE9-9B3BA9A8E150}" type="slidenum">
              <a:rPr lang="en-US" smtClean="0"/>
              <a:t>8</a:t>
            </a:fld>
            <a:endParaRPr lang="en-US"/>
          </a:p>
        </p:txBody>
      </p:sp>
    </p:spTree>
    <p:extLst>
      <p:ext uri="{BB962C8B-B14F-4D97-AF65-F5344CB8AC3E}">
        <p14:creationId xmlns:p14="http://schemas.microsoft.com/office/powerpoint/2010/main" val="2098553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E53AA46-3AC7-4A0A-A71A-93472D882085}" type="datetimeFigureOut">
              <a:rPr lang="en-US" smtClean="0"/>
              <a:t>2026-09-01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2334668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53AA46-3AC7-4A0A-A71A-93472D882085}" type="datetimeFigureOut">
              <a:rPr lang="en-US" smtClean="0"/>
              <a:t>2026-09-01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2531979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53AA46-3AC7-4A0A-A71A-93472D882085}" type="datetimeFigureOut">
              <a:rPr lang="en-US" smtClean="0"/>
              <a:t>2026-09-01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3458532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53AA46-3AC7-4A0A-A71A-93472D882085}" type="datetimeFigureOut">
              <a:rPr lang="en-US" smtClean="0"/>
              <a:t>2026-09-01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2147870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53AA46-3AC7-4A0A-A71A-93472D882085}" type="datetimeFigureOut">
              <a:rPr lang="en-US" smtClean="0"/>
              <a:t>2026-09-01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3836622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53AA46-3AC7-4A0A-A71A-93472D882085}" type="datetimeFigureOut">
              <a:rPr lang="en-US" smtClean="0"/>
              <a:t>2026-09-01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3975571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53AA46-3AC7-4A0A-A71A-93472D882085}" type="datetimeFigureOut">
              <a:rPr lang="en-US" smtClean="0"/>
              <a:t>2026-09-01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773567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53AA46-3AC7-4A0A-A71A-93472D882085}" type="datetimeFigureOut">
              <a:rPr lang="en-US" smtClean="0"/>
              <a:t>2026-09-01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4024526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53AA46-3AC7-4A0A-A71A-93472D882085}" type="datetimeFigureOut">
              <a:rPr lang="en-US" smtClean="0"/>
              <a:t>2026-09-01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3764931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53AA46-3AC7-4A0A-A71A-93472D882085}" type="datetimeFigureOut">
              <a:rPr lang="en-US" smtClean="0"/>
              <a:t>2026-09-01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3185854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53AA46-3AC7-4A0A-A71A-93472D882085}" type="datetimeFigureOut">
              <a:rPr lang="en-US" smtClean="0"/>
              <a:t>2026-09-01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B866C3-E613-41D0-B83F-8DEE51B6A0E9}" type="slidenum">
              <a:rPr lang="en-US" smtClean="0"/>
              <a:t>‹#›</a:t>
            </a:fld>
            <a:endParaRPr lang="en-US"/>
          </a:p>
        </p:txBody>
      </p:sp>
    </p:spTree>
    <p:extLst>
      <p:ext uri="{BB962C8B-B14F-4D97-AF65-F5344CB8AC3E}">
        <p14:creationId xmlns:p14="http://schemas.microsoft.com/office/powerpoint/2010/main" val="3743476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53AA46-3AC7-4A0A-A71A-93472D882085}" type="datetimeFigureOut">
              <a:rPr lang="en-US" smtClean="0"/>
              <a:t>2026-09-01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B866C3-E613-41D0-B83F-8DEE51B6A0E9}" type="slidenum">
              <a:rPr lang="en-US" smtClean="0"/>
              <a:t>‹#›</a:t>
            </a:fld>
            <a:endParaRPr lang="en-US"/>
          </a:p>
        </p:txBody>
      </p:sp>
    </p:spTree>
    <p:extLst>
      <p:ext uri="{BB962C8B-B14F-4D97-AF65-F5344CB8AC3E}">
        <p14:creationId xmlns:p14="http://schemas.microsoft.com/office/powerpoint/2010/main" val="4273590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8.png"/><Relationship Id="rId10" Type="http://schemas.openxmlformats.org/officeDocument/2006/relationships/image" Target="../media/image10.png"/><Relationship Id="rId19" Type="http://schemas.openxmlformats.org/officeDocument/2006/relationships/image" Target="../media/image19.png"/><Relationship Id="rId31" Type="http://schemas.openxmlformats.org/officeDocument/2006/relationships/image" Target="../media/image31.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 Id="rId30"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hyperlink" Target="mailto:https://www.linkedin.com/company/jobut-ir/?lipi=urn:li:page:d_flagship3_company;M6bQ4%2BBmRti/YLgC3taKVg%3D%3D"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hyperlink" Target="mailto:https://t.me/job_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0" y="1017251"/>
            <a:ext cx="5392616" cy="4094406"/>
          </a:xfrm>
        </p:spPr>
        <p:txBody>
          <a:bodyPr>
            <a:normAutofit/>
          </a:bodyPr>
          <a:lstStyle/>
          <a:p>
            <a:br>
              <a:rPr lang="fa-IR" dirty="0">
                <a:cs typeface="B Titr" panose="00000700000000000000" pitchFamily="2" charset="-78"/>
              </a:rPr>
            </a:br>
            <a:r>
              <a:rPr lang="fa-IR" sz="4400" dirty="0">
                <a:cs typeface="B Titr" panose="00000700000000000000" pitchFamily="2" charset="-78"/>
              </a:rPr>
              <a:t>شبکه استخدامی متخصصین آکادمیک</a:t>
            </a:r>
            <a:br>
              <a:rPr lang="fa-IR" sz="4400" dirty="0">
                <a:cs typeface="B Titr" panose="00000700000000000000" pitchFamily="2" charset="-78"/>
              </a:rPr>
            </a:br>
            <a:br>
              <a:rPr lang="fa-IR" sz="2400" dirty="0">
                <a:cs typeface="B Titr" panose="00000700000000000000" pitchFamily="2" charset="-78"/>
              </a:rPr>
            </a:br>
            <a:r>
              <a:rPr lang="fa-IR" sz="1800" dirty="0">
                <a:cs typeface="B Titr" panose="00000700000000000000" pitchFamily="2" charset="-78"/>
              </a:rPr>
              <a:t>(همراه شما در جذب و استخدام)</a:t>
            </a:r>
            <a:br>
              <a:rPr lang="fa-IR" sz="4800" dirty="0">
                <a:cs typeface="B Titr" panose="00000700000000000000" pitchFamily="2" charset="-78"/>
              </a:rPr>
            </a:br>
            <a:br>
              <a:rPr lang="en-US" sz="4800" dirty="0">
                <a:cs typeface="B Titr" panose="00000700000000000000" pitchFamily="2" charset="-78"/>
              </a:rPr>
            </a:br>
            <a:r>
              <a:rPr lang="fa-IR" sz="1800" dirty="0">
                <a:cs typeface="B Titr" panose="00000700000000000000" pitchFamily="2" charset="-78"/>
              </a:rPr>
              <a:t>تاسیس 1395</a:t>
            </a:r>
            <a:endParaRPr lang="en-US" sz="1800" dirty="0">
              <a:cs typeface="B Titr" panose="00000700000000000000" pitchFamily="2" charset="-78"/>
            </a:endParaRPr>
          </a:p>
        </p:txBody>
      </p:sp>
      <p:sp>
        <p:nvSpPr>
          <p:cNvPr id="5" name="Rounded Rectangle 4"/>
          <p:cNvSpPr/>
          <p:nvPr/>
        </p:nvSpPr>
        <p:spPr>
          <a:xfrm>
            <a:off x="199292" y="105508"/>
            <a:ext cx="11793416" cy="6611815"/>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686708" y="1758962"/>
            <a:ext cx="3336142" cy="8088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3"/>
          <a:srcRect l="4766" t="3691"/>
          <a:stretch/>
        </p:blipFill>
        <p:spPr>
          <a:xfrm>
            <a:off x="887251" y="650796"/>
            <a:ext cx="5208749" cy="5267484"/>
          </a:xfrm>
          <a:prstGeom prst="rect">
            <a:avLst/>
          </a:prstGeom>
        </p:spPr>
      </p:pic>
    </p:spTree>
    <p:extLst>
      <p:ext uri="{BB962C8B-B14F-4D97-AF65-F5344CB8AC3E}">
        <p14:creationId xmlns:p14="http://schemas.microsoft.com/office/powerpoint/2010/main" val="222681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365125"/>
            <a:ext cx="5257800" cy="1325563"/>
          </a:xfrm>
        </p:spPr>
        <p:txBody>
          <a:bodyPr/>
          <a:lstStyle/>
          <a:p>
            <a:pPr algn="r" rtl="1"/>
            <a:r>
              <a:rPr lang="fa-IR" dirty="0">
                <a:cs typeface="B Titr" panose="00000700000000000000" pitchFamily="2" charset="-78"/>
              </a:rPr>
              <a:t>درباره ما</a:t>
            </a:r>
            <a:endParaRPr lang="en-US" dirty="0">
              <a:cs typeface="B Titr" panose="00000700000000000000" pitchFamily="2" charset="-78"/>
            </a:endParaRPr>
          </a:p>
        </p:txBody>
      </p:sp>
      <p:sp>
        <p:nvSpPr>
          <p:cNvPr id="4" name="Rectangle 3">
            <a:extLst>
              <a:ext uri="{FF2B5EF4-FFF2-40B4-BE49-F238E27FC236}">
                <a16:creationId xmlns:a16="http://schemas.microsoft.com/office/drawing/2014/main" id="{EEF3875C-AD8E-4E54-A65C-8E4D8E65E4C0}"/>
              </a:ext>
            </a:extLst>
          </p:cNvPr>
          <p:cNvSpPr/>
          <p:nvPr/>
        </p:nvSpPr>
        <p:spPr>
          <a:xfrm>
            <a:off x="838200" y="1530211"/>
            <a:ext cx="10213967" cy="5032147"/>
          </a:xfrm>
          <a:prstGeom prst="rect">
            <a:avLst/>
          </a:prstGeom>
        </p:spPr>
        <p:txBody>
          <a:bodyPr wrap="square">
            <a:spAutoFit/>
          </a:bodyPr>
          <a:lstStyle/>
          <a:p>
            <a:pPr algn="just" rtl="1"/>
            <a:r>
              <a:rPr lang="fa-IR" sz="2400" dirty="0">
                <a:solidFill>
                  <a:schemeClr val="tx1">
                    <a:lumMod val="75000"/>
                    <a:lumOff val="25000"/>
                  </a:schemeClr>
                </a:solidFill>
                <a:latin typeface="Adobe Arabic" panose="02040503050201020203" pitchFamily="18" charset="-78"/>
                <a:cs typeface="B Nazanin" panose="00000400000000000000" pitchFamily="2" charset="-78"/>
              </a:rPr>
              <a:t>شبکه</a:t>
            </a:r>
            <a:r>
              <a:rPr lang="en-US" sz="2400" dirty="0">
                <a:solidFill>
                  <a:schemeClr val="tx1">
                    <a:lumMod val="75000"/>
                    <a:lumOff val="25000"/>
                  </a:schemeClr>
                </a:solidFill>
                <a:latin typeface="Adobe Arabic" panose="02040503050201020203" pitchFamily="18" charset="-78"/>
                <a:cs typeface="B Nazanin" panose="00000400000000000000" pitchFamily="2" charset="-78"/>
              </a:rPr>
              <a:t> </a:t>
            </a:r>
            <a:r>
              <a:rPr lang="fa-IR" sz="2400" dirty="0">
                <a:solidFill>
                  <a:schemeClr val="tx1">
                    <a:lumMod val="75000"/>
                    <a:lumOff val="25000"/>
                  </a:schemeClr>
                </a:solidFill>
                <a:latin typeface="Adobe Arabic" panose="02040503050201020203" pitchFamily="18" charset="-78"/>
                <a:cs typeface="B Nazanin" panose="00000400000000000000" pitchFamily="2" charset="-78"/>
              </a:rPr>
              <a:t>استخدامی متخصصین آکادمیک ایران، با نام "جاب یوتی"، در سال ۱۳۹۵ توسط جمعی از دانشجویان دانشگاه تهران با هدف تسهیل دسترسی کارفرمایان و کارجویان تاسیس شد. این شبکه با جامعه‌ای بیش از 125.000 نفر از برترین فارغ‌التحصیلان دانشگاهی ایران، به کارفرمایان این امکان را می‌دهد که به راحتی به نیروی کار متخصص و با استعداد دسترسی پیدا کنند.</a:t>
            </a:r>
          </a:p>
          <a:p>
            <a:pPr algn="just" rtl="1"/>
            <a:endParaRPr lang="en-US" sz="2400" dirty="0">
              <a:solidFill>
                <a:schemeClr val="tx1">
                  <a:lumMod val="75000"/>
                  <a:lumOff val="25000"/>
                </a:schemeClr>
              </a:solidFill>
              <a:latin typeface="Adobe Arabic" panose="02040503050201020203" pitchFamily="18" charset="-78"/>
              <a:cs typeface="B Nazanin" panose="00000400000000000000" pitchFamily="2" charset="-78"/>
            </a:endParaRPr>
          </a:p>
          <a:p>
            <a:pPr algn="just" rtl="1"/>
            <a:r>
              <a:rPr lang="fa-IR" sz="2400" dirty="0">
                <a:solidFill>
                  <a:schemeClr val="tx1">
                    <a:lumMod val="75000"/>
                    <a:lumOff val="25000"/>
                  </a:schemeClr>
                </a:solidFill>
                <a:latin typeface="Adobe Arabic" panose="02040503050201020203" pitchFamily="18" charset="-78"/>
                <a:cs typeface="B Nazanin" panose="00000400000000000000" pitchFamily="2" charset="-78"/>
              </a:rPr>
              <a:t>جاب یوتی با تمرکز بر شناسایی و ارائه نیروهای توانمند و متخصص به شرکت‌ها کمک می‌کند تا سریع‌تر و مؤثرتر نیازهای نیروی انسانی خود را برطرف کنند. این شبکه بستری مناسب برای کارفرمایان است تا با بهره‌گیری از متخصصین آکادمیک، توانمندی‌های سازمان خود را ارتقا داده و به اهداف کسب‌وکار خود دست یابند. با این رویکرد، جاب یوتی نقش مؤثری در بهبود فرآیند جذب و استخدام نیروی کار متخصص در بازار کار ایران ایفا می‌کند و به عنوان یک شریک استراتژیک برای کارفرمایان شناخته می‌شود.</a:t>
            </a:r>
            <a:r>
              <a:rPr lang="en-US" sz="2400" dirty="0">
                <a:solidFill>
                  <a:schemeClr val="tx1">
                    <a:lumMod val="75000"/>
                    <a:lumOff val="25000"/>
                  </a:schemeClr>
                </a:solidFill>
                <a:latin typeface="Adobe Arabic" panose="02040503050201020203" pitchFamily="18" charset="-78"/>
                <a:cs typeface="B Nazanin" panose="00000400000000000000" pitchFamily="2" charset="-78"/>
              </a:rPr>
              <a:t> </a:t>
            </a:r>
            <a:r>
              <a:rPr lang="fa-IR" sz="2400" dirty="0">
                <a:solidFill>
                  <a:schemeClr val="tx1">
                    <a:lumMod val="75000"/>
                    <a:lumOff val="25000"/>
                  </a:schemeClr>
                </a:solidFill>
                <a:latin typeface="Adobe Arabic" panose="02040503050201020203" pitchFamily="18" charset="-78"/>
                <a:cs typeface="B Nazanin" panose="00000400000000000000" pitchFamily="2" charset="-78"/>
              </a:rPr>
              <a:t>خدمات تخصصی جاب یوتی در سه سطح کارفرمایان، کارجویان و کارمندان طراحی و تعریف شده است.</a:t>
            </a:r>
          </a:p>
          <a:p>
            <a:pPr algn="just" rtl="1"/>
            <a:endParaRPr lang="fa-IR" sz="2400" dirty="0">
              <a:solidFill>
                <a:schemeClr val="tx1">
                  <a:lumMod val="75000"/>
                  <a:lumOff val="25000"/>
                </a:schemeClr>
              </a:solidFill>
              <a:latin typeface="Adobe Arabic" panose="02040503050201020203" pitchFamily="18" charset="-78"/>
              <a:cs typeface="Adobe Arabic" panose="02040503050201020203" pitchFamily="18" charset="-78"/>
            </a:endParaRPr>
          </a:p>
          <a:p>
            <a:pPr algn="just" rtl="1">
              <a:lnSpc>
                <a:spcPct val="150000"/>
              </a:lnSpc>
            </a:pPr>
            <a:endParaRPr lang="fa-IR" sz="2400" dirty="0">
              <a:solidFill>
                <a:schemeClr val="tx1">
                  <a:lumMod val="75000"/>
                  <a:lumOff val="25000"/>
                </a:schemeClr>
              </a:solidFill>
              <a:latin typeface="Adobe Arabic" panose="02040503050201020203" pitchFamily="18" charset="-78"/>
              <a:cs typeface="Adobe Arabic" panose="02040503050201020203" pitchFamily="18" charset="-78"/>
            </a:endParaRPr>
          </a:p>
        </p:txBody>
      </p:sp>
      <p:sp>
        <p:nvSpPr>
          <p:cNvPr id="3" name="Rounded Rectangle 2"/>
          <p:cNvSpPr/>
          <p:nvPr/>
        </p:nvSpPr>
        <p:spPr>
          <a:xfrm>
            <a:off x="199292" y="105508"/>
            <a:ext cx="11793416" cy="6611815"/>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6768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p:cNvSpPr/>
          <p:nvPr/>
        </p:nvSpPr>
        <p:spPr>
          <a:xfrm rot="5400000">
            <a:off x="636402" y="400217"/>
            <a:ext cx="2304258" cy="2580828"/>
          </a:xfrm>
          <a:prstGeom prst="homePlate">
            <a:avLst>
              <a:gd name="adj" fmla="val 27364"/>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2">
                  <a:lumMod val="10000"/>
                </a:schemeClr>
              </a:solidFill>
              <a:cs typeface="B Titr" panose="00000700000000000000" pitchFamily="2" charset="-78"/>
            </a:endParaRPr>
          </a:p>
        </p:txBody>
      </p:sp>
      <p:sp>
        <p:nvSpPr>
          <p:cNvPr id="30" name="Pentagon 29"/>
          <p:cNvSpPr/>
          <p:nvPr/>
        </p:nvSpPr>
        <p:spPr>
          <a:xfrm rot="5400000">
            <a:off x="3280936" y="400217"/>
            <a:ext cx="2304257" cy="2580828"/>
          </a:xfrm>
          <a:prstGeom prst="homePlate">
            <a:avLst>
              <a:gd name="adj" fmla="val 27364"/>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2">
                  <a:lumMod val="10000"/>
                </a:schemeClr>
              </a:solidFill>
              <a:cs typeface="B Titr" panose="00000700000000000000" pitchFamily="2" charset="-78"/>
            </a:endParaRPr>
          </a:p>
        </p:txBody>
      </p:sp>
      <p:sp>
        <p:nvSpPr>
          <p:cNvPr id="31" name="Pentagon 30"/>
          <p:cNvSpPr/>
          <p:nvPr/>
        </p:nvSpPr>
        <p:spPr>
          <a:xfrm rot="5400000">
            <a:off x="5925467" y="400213"/>
            <a:ext cx="2304260" cy="2580828"/>
          </a:xfrm>
          <a:prstGeom prst="homePlate">
            <a:avLst>
              <a:gd name="adj" fmla="val 2736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2">
                  <a:lumMod val="10000"/>
                </a:schemeClr>
              </a:solidFill>
              <a:cs typeface="B Titr" panose="00000700000000000000" pitchFamily="2" charset="-78"/>
            </a:endParaRPr>
          </a:p>
        </p:txBody>
      </p:sp>
      <p:cxnSp>
        <p:nvCxnSpPr>
          <p:cNvPr id="25" name="Straight Connector 24"/>
          <p:cNvCxnSpPr/>
          <p:nvPr/>
        </p:nvCxnSpPr>
        <p:spPr>
          <a:xfrm>
            <a:off x="918706" y="1674875"/>
            <a:ext cx="174893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862088" y="1704820"/>
            <a:ext cx="1701420" cy="369332"/>
          </a:xfrm>
          <a:prstGeom prst="rect">
            <a:avLst/>
          </a:prstGeom>
          <a:noFill/>
        </p:spPr>
        <p:txBody>
          <a:bodyPr wrap="square" rtlCol="0">
            <a:spAutoFit/>
          </a:bodyPr>
          <a:lstStyle/>
          <a:p>
            <a:pPr algn="ctr"/>
            <a:r>
              <a:rPr lang="fa-IR" b="1" dirty="0">
                <a:solidFill>
                  <a:schemeClr val="bg2">
                    <a:lumMod val="10000"/>
                  </a:schemeClr>
                </a:solidFill>
                <a:latin typeface="Arial" pitchFamily="34" charset="0"/>
                <a:cs typeface="B Titr" panose="00000700000000000000" pitchFamily="2" charset="-78"/>
              </a:rPr>
              <a:t>کارمندان</a:t>
            </a:r>
            <a:endParaRPr lang="en-IN" sz="1600" dirty="0">
              <a:solidFill>
                <a:schemeClr val="bg2">
                  <a:lumMod val="10000"/>
                </a:schemeClr>
              </a:solidFill>
              <a:latin typeface="Arial" pitchFamily="34" charset="0"/>
              <a:cs typeface="B Titr" panose="00000700000000000000" pitchFamily="2" charset="-78"/>
            </a:endParaRPr>
          </a:p>
        </p:txBody>
      </p:sp>
      <p:sp>
        <p:nvSpPr>
          <p:cNvPr id="43" name="TextBox 42"/>
          <p:cNvSpPr txBox="1"/>
          <p:nvPr/>
        </p:nvSpPr>
        <p:spPr>
          <a:xfrm>
            <a:off x="1671293" y="1748115"/>
            <a:ext cx="234359" cy="307777"/>
          </a:xfrm>
          <a:prstGeom prst="rect">
            <a:avLst/>
          </a:prstGeom>
          <a:noFill/>
        </p:spPr>
        <p:txBody>
          <a:bodyPr wrap="none" rtlCol="0">
            <a:spAutoFit/>
          </a:bodyPr>
          <a:lstStyle/>
          <a:p>
            <a:pPr algn="ctr"/>
            <a:r>
              <a:rPr lang="en-US" sz="1400" kern="0" dirty="0">
                <a:solidFill>
                  <a:schemeClr val="bg2">
                    <a:lumMod val="10000"/>
                  </a:schemeClr>
                </a:solidFill>
                <a:latin typeface="Arial" pitchFamily="34" charset="0"/>
                <a:cs typeface="B Titr" panose="00000700000000000000" pitchFamily="2" charset="-78"/>
              </a:rPr>
              <a:t>.</a:t>
            </a:r>
            <a:endParaRPr lang="en-IN" sz="1400" dirty="0">
              <a:solidFill>
                <a:schemeClr val="bg2">
                  <a:lumMod val="10000"/>
                </a:schemeClr>
              </a:solidFill>
              <a:latin typeface="Arial" pitchFamily="34" charset="0"/>
              <a:cs typeface="B Titr" panose="00000700000000000000" pitchFamily="2" charset="-78"/>
            </a:endParaRPr>
          </a:p>
        </p:txBody>
      </p:sp>
      <p:cxnSp>
        <p:nvCxnSpPr>
          <p:cNvPr id="44" name="Straight Connector 43"/>
          <p:cNvCxnSpPr/>
          <p:nvPr/>
        </p:nvCxnSpPr>
        <p:spPr>
          <a:xfrm>
            <a:off x="3555028" y="1674875"/>
            <a:ext cx="174893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626299" y="1705444"/>
            <a:ext cx="1677668" cy="369332"/>
          </a:xfrm>
          <a:prstGeom prst="rect">
            <a:avLst/>
          </a:prstGeom>
          <a:noFill/>
        </p:spPr>
        <p:txBody>
          <a:bodyPr wrap="square" rtlCol="0">
            <a:spAutoFit/>
          </a:bodyPr>
          <a:lstStyle/>
          <a:p>
            <a:pPr algn="ctr"/>
            <a:r>
              <a:rPr lang="fa-IR" b="1" dirty="0">
                <a:solidFill>
                  <a:schemeClr val="bg2">
                    <a:lumMod val="10000"/>
                  </a:schemeClr>
                </a:solidFill>
                <a:latin typeface="Arial" pitchFamily="34" charset="0"/>
                <a:cs typeface="B Titr" panose="00000700000000000000" pitchFamily="2" charset="-78"/>
              </a:rPr>
              <a:t>کارجویان</a:t>
            </a:r>
            <a:endParaRPr lang="en-IN" sz="1600" dirty="0">
              <a:solidFill>
                <a:schemeClr val="bg2">
                  <a:lumMod val="10000"/>
                </a:schemeClr>
              </a:solidFill>
              <a:latin typeface="Arial" pitchFamily="34" charset="0"/>
              <a:cs typeface="B Titr" panose="00000700000000000000" pitchFamily="2" charset="-78"/>
            </a:endParaRPr>
          </a:p>
        </p:txBody>
      </p:sp>
      <p:cxnSp>
        <p:nvCxnSpPr>
          <p:cNvPr id="47" name="Straight Connector 46"/>
          <p:cNvCxnSpPr/>
          <p:nvPr/>
        </p:nvCxnSpPr>
        <p:spPr>
          <a:xfrm>
            <a:off x="6203226" y="1674875"/>
            <a:ext cx="174893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6211346" y="1670975"/>
            <a:ext cx="1732502" cy="369332"/>
          </a:xfrm>
          <a:prstGeom prst="rect">
            <a:avLst/>
          </a:prstGeom>
          <a:noFill/>
        </p:spPr>
        <p:txBody>
          <a:bodyPr wrap="square" rtlCol="0">
            <a:spAutoFit/>
          </a:bodyPr>
          <a:lstStyle/>
          <a:p>
            <a:pPr algn="ctr"/>
            <a:r>
              <a:rPr lang="fa-IR" b="1" dirty="0">
                <a:solidFill>
                  <a:schemeClr val="bg2">
                    <a:lumMod val="10000"/>
                  </a:schemeClr>
                </a:solidFill>
                <a:latin typeface="Arial" pitchFamily="34" charset="0"/>
                <a:cs typeface="B Titr" panose="00000700000000000000" pitchFamily="2" charset="-78"/>
              </a:rPr>
              <a:t>کارفرمایان</a:t>
            </a:r>
            <a:endParaRPr lang="en-IN" sz="1600" b="1" dirty="0">
              <a:solidFill>
                <a:schemeClr val="bg2">
                  <a:lumMod val="10000"/>
                </a:schemeClr>
              </a:solidFill>
              <a:latin typeface="Arial" pitchFamily="34" charset="0"/>
              <a:cs typeface="B Titr" panose="00000700000000000000" pitchFamily="2" charset="-78"/>
            </a:endParaRPr>
          </a:p>
        </p:txBody>
      </p:sp>
      <p:sp>
        <p:nvSpPr>
          <p:cNvPr id="52" name="Title 1"/>
          <p:cNvSpPr txBox="1">
            <a:spLocks/>
          </p:cNvSpPr>
          <p:nvPr/>
        </p:nvSpPr>
        <p:spPr>
          <a:xfrm>
            <a:off x="8936364" y="715310"/>
            <a:ext cx="2589051" cy="160680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fa-IR" sz="4800" dirty="0">
                <a:solidFill>
                  <a:schemeClr val="bg2">
                    <a:lumMod val="10000"/>
                  </a:schemeClr>
                </a:solidFill>
                <a:cs typeface="B Titr" panose="00000700000000000000" pitchFamily="2" charset="-78"/>
              </a:rPr>
              <a:t>خدمات اختصاصی </a:t>
            </a:r>
            <a:endParaRPr lang="en-US" sz="4800" dirty="0">
              <a:solidFill>
                <a:schemeClr val="bg2">
                  <a:lumMod val="10000"/>
                </a:schemeClr>
              </a:solidFill>
              <a:cs typeface="B Titr" panose="00000700000000000000" pitchFamily="2" charset="-78"/>
            </a:endParaRPr>
          </a:p>
        </p:txBody>
      </p:sp>
      <p:graphicFrame>
        <p:nvGraphicFramePr>
          <p:cNvPr id="3" name="Table 2"/>
          <p:cNvGraphicFramePr>
            <a:graphicFrameLocks noGrp="1"/>
          </p:cNvGraphicFramePr>
          <p:nvPr>
            <p:extLst>
              <p:ext uri="{D42A27DB-BD31-4B8C-83A1-F6EECF244321}">
                <p14:modId xmlns:p14="http://schemas.microsoft.com/office/powerpoint/2010/main" val="1155089851"/>
              </p:ext>
            </p:extLst>
          </p:nvPr>
        </p:nvGraphicFramePr>
        <p:xfrm>
          <a:off x="701750" y="2742240"/>
          <a:ext cx="7666261" cy="3746190"/>
        </p:xfrm>
        <a:graphic>
          <a:graphicData uri="http://schemas.openxmlformats.org/drawingml/2006/table">
            <a:tbl>
              <a:tblPr firstRow="1" firstCol="1" lastRow="1" lastCol="1" bandRow="1" bandCol="1">
                <a:tableStyleId>{C083E6E3-FA7D-4D7B-A595-EF9225AFEA82}</a:tableStyleId>
              </a:tblPr>
              <a:tblGrid>
                <a:gridCol w="2566983">
                  <a:extLst>
                    <a:ext uri="{9D8B030D-6E8A-4147-A177-3AD203B41FA5}">
                      <a16:colId xmlns:a16="http://schemas.microsoft.com/office/drawing/2014/main" val="596187570"/>
                    </a:ext>
                  </a:extLst>
                </a:gridCol>
                <a:gridCol w="2598074">
                  <a:extLst>
                    <a:ext uri="{9D8B030D-6E8A-4147-A177-3AD203B41FA5}">
                      <a16:colId xmlns:a16="http://schemas.microsoft.com/office/drawing/2014/main" val="4205823698"/>
                    </a:ext>
                  </a:extLst>
                </a:gridCol>
                <a:gridCol w="2501204">
                  <a:extLst>
                    <a:ext uri="{9D8B030D-6E8A-4147-A177-3AD203B41FA5}">
                      <a16:colId xmlns:a16="http://schemas.microsoft.com/office/drawing/2014/main" val="3103637794"/>
                    </a:ext>
                  </a:extLst>
                </a:gridCol>
              </a:tblGrid>
              <a:tr h="452625">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مشاوره قانون کار</a:t>
                      </a:r>
                    </a:p>
                  </a:txBody>
                  <a:tcPr marL="162000" marR="162000" marT="82800" marB="82800" anchor="ct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معرفی فرصت های شغلی </a:t>
                      </a:r>
                    </a:p>
                  </a:txBody>
                  <a:tcPr marL="162000" marR="162000" marT="82800" marB="82800" anchor="ct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u="none" strike="noStrike" kern="1200" cap="none" spc="0" normalizeH="0" baseline="0" noProof="0" dirty="0">
                          <a:ln>
                            <a:noFill/>
                          </a:ln>
                          <a:solidFill>
                            <a:schemeClr val="tx1"/>
                          </a:solidFill>
                          <a:effectLst/>
                          <a:uLnTx/>
                          <a:uFillTx/>
                          <a:latin typeface="IRANSansDN" panose="020B0506030804020204" pitchFamily="34" charset="-78"/>
                          <a:ea typeface="+mn-ea"/>
                          <a:cs typeface="B Nazanin" panose="00000400000000000000" pitchFamily="2" charset="-78"/>
                        </a:rPr>
                        <a:t>انتشار آگهی استخدامی</a:t>
                      </a:r>
                    </a:p>
                  </a:txBody>
                  <a:tcPr marL="162000" marR="162000" marT="82800" marB="82800" anchor="ctr">
                    <a:lnL>
                      <a:noFill/>
                    </a:lnL>
                    <a:lnR>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0772147"/>
                  </a:ext>
                </a:extLst>
              </a:tr>
              <a:tr h="452625">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مشاوره بیمه تامین اجتماعی</a:t>
                      </a:r>
                    </a:p>
                  </a:txBody>
                  <a:tcPr marL="162000" marR="162000" marT="82800" marB="82800" anchor="ctr">
                    <a:lnL>
                      <a:noFill/>
                    </a:lnL>
                    <a:lnR>
                      <a:noFill/>
                    </a:lnR>
                    <a:lnT w="12700" cmpd="sng">
                      <a:noFill/>
                    </a:lnT>
                    <a:lnB>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رویدادهای تخصصی حل مسئله</a:t>
                      </a:r>
                    </a:p>
                  </a:txBody>
                  <a:tcPr marL="162000" marR="162000" marT="82800" marB="82800" anchor="ctr">
                    <a:lnL>
                      <a:noFill/>
                    </a:lnL>
                    <a:lnR>
                      <a:noFill/>
                    </a:lnR>
                    <a:lnT w="12700" cmpd="sng">
                      <a:noFill/>
                    </a:lnT>
                    <a:lnB>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u="none" strike="noStrike" kern="1200" cap="none" spc="0" normalizeH="0" baseline="0" noProof="0" dirty="0">
                          <a:ln>
                            <a:noFill/>
                          </a:ln>
                          <a:solidFill>
                            <a:schemeClr val="tx1"/>
                          </a:solidFill>
                          <a:effectLst/>
                          <a:uLnTx/>
                          <a:uFillTx/>
                          <a:latin typeface="IRANSansDN" panose="020B0506030804020204" pitchFamily="34" charset="-78"/>
                          <a:ea typeface="+mn-ea"/>
                          <a:cs typeface="B Nazanin" panose="00000400000000000000" pitchFamily="2" charset="-78"/>
                        </a:rPr>
                        <a:t>تهیه بانک رزومه </a:t>
                      </a:r>
                    </a:p>
                  </a:txBody>
                  <a:tcPr marL="162000" marR="162000" marT="82800" marB="82800" anchor="ctr">
                    <a:lnL>
                      <a:noFill/>
                    </a:lnL>
                    <a:lnR>
                      <a:noFill/>
                    </a:lnR>
                    <a:lnT w="12700" cmpd="sng">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975265858"/>
                  </a:ext>
                </a:extLst>
              </a:tr>
              <a:tr h="452625">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مشاوره توسعه فردی </a:t>
                      </a: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توانمند سازی ورود به بازار کار</a:t>
                      </a:r>
                      <a:endParaRPr kumimoji="0" lang="en-IN"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انجام مصاحبه استخدامی</a:t>
                      </a: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726167423"/>
                  </a:ext>
                </a:extLst>
              </a:tr>
              <a:tr h="590343">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مشاوره ارتقا شغلی</a:t>
                      </a: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مشاوره کاری و توسعه فردی</a:t>
                      </a: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مشاوره جذب و نگهداشت</a:t>
                      </a: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fa-IR"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114753"/>
                  </a:ext>
                </a:extLst>
              </a:tr>
              <a:tr h="590343">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طراحی مسیر توسعه شغلی</a:t>
                      </a: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حمایت از متخصصین برتر </a:t>
                      </a: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مشاوره برند کارفرمایی</a:t>
                      </a: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fa-IR"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47176429"/>
                  </a:ext>
                </a:extLst>
              </a:tr>
              <a:tr h="590343">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آموزش ضمن خدمت</a:t>
                      </a:r>
                      <a:endParaRPr kumimoji="0" lang="en-IN"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معرفی پروژه های بین المللی </a:t>
                      </a: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مشاوره جبران خدمات</a:t>
                      </a:r>
                      <a:endParaRPr kumimoji="0" lang="en-IN"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fa-IR"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txBody>
                  <a:tcPr marL="162000" marR="162000" marT="82800" marB="828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610909914"/>
                  </a:ext>
                </a:extLst>
              </a:tr>
              <a:tr h="590343">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ارتقا مهارت های فردی و شغلی</a:t>
                      </a:r>
                      <a:endParaRPr kumimoji="0" lang="en-IN"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txBody>
                  <a:tcPr marL="162000" marR="162000" marT="82800" marB="82800" anchor="ctr">
                    <a:lnL>
                      <a:noFill/>
                    </a:lnL>
                    <a:lnR>
                      <a:noFill/>
                    </a:lnR>
                    <a:lnT>
                      <a:noFill/>
                    </a:lnT>
                    <a:lnB w="12700" cmpd="sng">
                      <a:noFill/>
                    </a:lnB>
                    <a:lnTlToBr w="12700" cmpd="sng">
                      <a:noFill/>
                      <a:prstDash val="solid"/>
                    </a:lnTlToBr>
                    <a:lnBlToTr w="12700" cmpd="sng">
                      <a:noFill/>
                      <a:prstDash val="solid"/>
                    </a:lnBlToTr>
                    <a:noFill/>
                  </a:tcPr>
                </a:tc>
                <a:tc>
                  <a:txBody>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fa-IR"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ارزیابی و بهبود رزومه</a:t>
                      </a:r>
                      <a:endParaRPr kumimoji="0" lang="en-IN" sz="14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txBody>
                  <a:tcPr marL="162000" marR="162000" marT="82800" marB="82800" anchor="ctr">
                    <a:lnL>
                      <a:noFill/>
                    </a:lnL>
                    <a:lnR>
                      <a:noFill/>
                    </a:lnR>
                    <a:lnT>
                      <a:noFill/>
                    </a:lnT>
                    <a:lnB w="12700" cmpd="sng">
                      <a:noFill/>
                    </a:lnB>
                    <a:lnTlToBr w="12700" cmpd="sng">
                      <a:noFill/>
                      <a:prstDash val="solid"/>
                    </a:lnTlToBr>
                    <a:lnBlToTr w="12700" cmpd="sng">
                      <a:noFill/>
                      <a:prstDash val="solid"/>
                    </a:lnBlToTr>
                    <a:noFill/>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fa-IR"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آموزش سازمانی</a:t>
                      </a:r>
                      <a:endParaRPr kumimoji="0" lang="en-IN"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p>
                      <a:pPr marL="0" marR="0" indent="0" algn="ctr" defTabSz="1218987" rtl="0" eaLnBrk="1" fontAlgn="auto" latinLnBrk="0" hangingPunct="1">
                        <a:lnSpc>
                          <a:spcPct val="100000"/>
                        </a:lnSpc>
                        <a:spcBef>
                          <a:spcPts val="0"/>
                        </a:spcBef>
                        <a:spcAft>
                          <a:spcPts val="0"/>
                        </a:spcAft>
                        <a:buClrTx/>
                        <a:buSzTx/>
                        <a:buFontTx/>
                        <a:buNone/>
                        <a:tabLst/>
                        <a:defRPr/>
                      </a:pPr>
                      <a:endParaRPr kumimoji="0" lang="en-IN" sz="14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txBody>
                  <a:tcPr marL="162000" marR="162000" marT="82800" marB="82800" anchor="ctr">
                    <a:lnL>
                      <a:noFill/>
                    </a:lnL>
                    <a:lnR>
                      <a:noFill/>
                    </a:lnR>
                    <a:lnT>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36737312"/>
                  </a:ext>
                </a:extLst>
              </a:tr>
            </a:tbl>
          </a:graphicData>
        </a:graphic>
      </p:graphicFrame>
      <p:sp>
        <p:nvSpPr>
          <p:cNvPr id="21" name="Freeform 13"/>
          <p:cNvSpPr>
            <a:spLocks noEditPoints="1"/>
          </p:cNvSpPr>
          <p:nvPr/>
        </p:nvSpPr>
        <p:spPr bwMode="auto">
          <a:xfrm>
            <a:off x="4260085" y="1093457"/>
            <a:ext cx="538813" cy="504369"/>
          </a:xfrm>
          <a:custGeom>
            <a:avLst/>
            <a:gdLst>
              <a:gd name="T0" fmla="*/ 826 w 3584"/>
              <a:gd name="T1" fmla="*/ 2896 h 3573"/>
              <a:gd name="T2" fmla="*/ 1042 w 3584"/>
              <a:gd name="T3" fmla="*/ 2952 h 3573"/>
              <a:gd name="T4" fmla="*/ 1272 w 3584"/>
              <a:gd name="T5" fmla="*/ 2961 h 3573"/>
              <a:gd name="T6" fmla="*/ 1494 w 3584"/>
              <a:gd name="T7" fmla="*/ 2919 h 3573"/>
              <a:gd name="T8" fmla="*/ 1697 w 3584"/>
              <a:gd name="T9" fmla="*/ 2834 h 3573"/>
              <a:gd name="T10" fmla="*/ 1871 w 3584"/>
              <a:gd name="T11" fmla="*/ 2896 h 3573"/>
              <a:gd name="T12" fmla="*/ 2028 w 3584"/>
              <a:gd name="T13" fmla="*/ 2988 h 3573"/>
              <a:gd name="T14" fmla="*/ 2165 w 3584"/>
              <a:gd name="T15" fmla="*/ 3116 h 3573"/>
              <a:gd name="T16" fmla="*/ 2278 w 3584"/>
              <a:gd name="T17" fmla="*/ 3282 h 3573"/>
              <a:gd name="T18" fmla="*/ 2366 w 3584"/>
              <a:gd name="T19" fmla="*/ 3492 h 3573"/>
              <a:gd name="T20" fmla="*/ 23 w 3584"/>
              <a:gd name="T21" fmla="*/ 3492 h 3573"/>
              <a:gd name="T22" fmla="*/ 111 w 3584"/>
              <a:gd name="T23" fmla="*/ 3282 h 3573"/>
              <a:gd name="T24" fmla="*/ 226 w 3584"/>
              <a:gd name="T25" fmla="*/ 3116 h 3573"/>
              <a:gd name="T26" fmla="*/ 362 w 3584"/>
              <a:gd name="T27" fmla="*/ 2988 h 3573"/>
              <a:gd name="T28" fmla="*/ 518 w 3584"/>
              <a:gd name="T29" fmla="*/ 2896 h 3573"/>
              <a:gd name="T30" fmla="*/ 693 w 3584"/>
              <a:gd name="T31" fmla="*/ 2834 h 3573"/>
              <a:gd name="T32" fmla="*/ 661 w 3584"/>
              <a:gd name="T33" fmla="*/ 2187 h 3573"/>
              <a:gd name="T34" fmla="*/ 788 w 3584"/>
              <a:gd name="T35" fmla="*/ 2317 h 3573"/>
              <a:gd name="T36" fmla="*/ 948 w 3584"/>
              <a:gd name="T37" fmla="*/ 2409 h 3573"/>
              <a:gd name="T38" fmla="*/ 1130 w 3584"/>
              <a:gd name="T39" fmla="*/ 2454 h 3573"/>
              <a:gd name="T40" fmla="*/ 1323 w 3584"/>
              <a:gd name="T41" fmla="*/ 2444 h 3573"/>
              <a:gd name="T42" fmla="*/ 1499 w 3584"/>
              <a:gd name="T43" fmla="*/ 2383 h 3573"/>
              <a:gd name="T44" fmla="*/ 1648 w 3584"/>
              <a:gd name="T45" fmla="*/ 2279 h 3573"/>
              <a:gd name="T46" fmla="*/ 1764 w 3584"/>
              <a:gd name="T47" fmla="*/ 2138 h 3573"/>
              <a:gd name="T48" fmla="*/ 1195 w 3584"/>
              <a:gd name="T49" fmla="*/ 893 h 3573"/>
              <a:gd name="T50" fmla="*/ 1421 w 3584"/>
              <a:gd name="T51" fmla="*/ 921 h 3573"/>
              <a:gd name="T52" fmla="*/ 1626 w 3584"/>
              <a:gd name="T53" fmla="*/ 1003 h 3573"/>
              <a:gd name="T54" fmla="*/ 1803 w 3584"/>
              <a:gd name="T55" fmla="*/ 1129 h 3573"/>
              <a:gd name="T56" fmla="*/ 1943 w 3584"/>
              <a:gd name="T57" fmla="*/ 1294 h 3573"/>
              <a:gd name="T58" fmla="*/ 2041 w 3584"/>
              <a:gd name="T59" fmla="*/ 1490 h 3573"/>
              <a:gd name="T60" fmla="*/ 2088 w 3584"/>
              <a:gd name="T61" fmla="*/ 1709 h 3573"/>
              <a:gd name="T62" fmla="*/ 2078 w 3584"/>
              <a:gd name="T63" fmla="*/ 1939 h 3573"/>
              <a:gd name="T64" fmla="*/ 2013 w 3584"/>
              <a:gd name="T65" fmla="*/ 2151 h 3573"/>
              <a:gd name="T66" fmla="*/ 1901 w 3584"/>
              <a:gd name="T67" fmla="*/ 2337 h 3573"/>
              <a:gd name="T68" fmla="*/ 1747 w 3584"/>
              <a:gd name="T69" fmla="*/ 2490 h 3573"/>
              <a:gd name="T70" fmla="*/ 1561 w 3584"/>
              <a:gd name="T71" fmla="*/ 2602 h 3573"/>
              <a:gd name="T72" fmla="*/ 1348 w 3584"/>
              <a:gd name="T73" fmla="*/ 2667 h 3573"/>
              <a:gd name="T74" fmla="*/ 1118 w 3584"/>
              <a:gd name="T75" fmla="*/ 2676 h 3573"/>
              <a:gd name="T76" fmla="*/ 898 w 3584"/>
              <a:gd name="T77" fmla="*/ 2630 h 3573"/>
              <a:gd name="T78" fmla="*/ 702 w 3584"/>
              <a:gd name="T79" fmla="*/ 2532 h 3573"/>
              <a:gd name="T80" fmla="*/ 536 w 3584"/>
              <a:gd name="T81" fmla="*/ 2392 h 3573"/>
              <a:gd name="T82" fmla="*/ 409 w 3584"/>
              <a:gd name="T83" fmla="*/ 2216 h 3573"/>
              <a:gd name="T84" fmla="*/ 328 w 3584"/>
              <a:gd name="T85" fmla="*/ 2011 h 3573"/>
              <a:gd name="T86" fmla="*/ 299 w 3584"/>
              <a:gd name="T87" fmla="*/ 1786 h 3573"/>
              <a:gd name="T88" fmla="*/ 328 w 3584"/>
              <a:gd name="T89" fmla="*/ 1560 h 3573"/>
              <a:gd name="T90" fmla="*/ 409 w 3584"/>
              <a:gd name="T91" fmla="*/ 1356 h 3573"/>
              <a:gd name="T92" fmla="*/ 536 w 3584"/>
              <a:gd name="T93" fmla="*/ 1180 h 3573"/>
              <a:gd name="T94" fmla="*/ 702 w 3584"/>
              <a:gd name="T95" fmla="*/ 1040 h 3573"/>
              <a:gd name="T96" fmla="*/ 898 w 3584"/>
              <a:gd name="T97" fmla="*/ 943 h 3573"/>
              <a:gd name="T98" fmla="*/ 1118 w 3584"/>
              <a:gd name="T99" fmla="*/ 896 h 3573"/>
              <a:gd name="T100" fmla="*/ 2390 w 3584"/>
              <a:gd name="T101" fmla="*/ 743 h 3573"/>
              <a:gd name="T102" fmla="*/ 2390 w 3584"/>
              <a:gd name="T103" fmla="*/ 595 h 3573"/>
              <a:gd name="T104" fmla="*/ 3287 w 3584"/>
              <a:gd name="T105" fmla="*/ 446 h 3573"/>
              <a:gd name="T106" fmla="*/ 2090 w 3584"/>
              <a:gd name="T107" fmla="*/ 0 h 3573"/>
              <a:gd name="T108" fmla="*/ 2393 w 3584"/>
              <a:gd name="T109" fmla="*/ 1037 h 3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584" h="3573">
                <a:moveTo>
                  <a:pt x="693" y="2834"/>
                </a:moveTo>
                <a:lnTo>
                  <a:pt x="758" y="2867"/>
                </a:lnTo>
                <a:lnTo>
                  <a:pt x="826" y="2896"/>
                </a:lnTo>
                <a:lnTo>
                  <a:pt x="896" y="2919"/>
                </a:lnTo>
                <a:lnTo>
                  <a:pt x="969" y="2939"/>
                </a:lnTo>
                <a:lnTo>
                  <a:pt x="1042" y="2952"/>
                </a:lnTo>
                <a:lnTo>
                  <a:pt x="1118" y="2961"/>
                </a:lnTo>
                <a:lnTo>
                  <a:pt x="1195" y="2963"/>
                </a:lnTo>
                <a:lnTo>
                  <a:pt x="1272" y="2961"/>
                </a:lnTo>
                <a:lnTo>
                  <a:pt x="1348" y="2952"/>
                </a:lnTo>
                <a:lnTo>
                  <a:pt x="1422" y="2939"/>
                </a:lnTo>
                <a:lnTo>
                  <a:pt x="1494" y="2919"/>
                </a:lnTo>
                <a:lnTo>
                  <a:pt x="1563" y="2896"/>
                </a:lnTo>
                <a:lnTo>
                  <a:pt x="1632" y="2867"/>
                </a:lnTo>
                <a:lnTo>
                  <a:pt x="1697" y="2834"/>
                </a:lnTo>
                <a:lnTo>
                  <a:pt x="1756" y="2852"/>
                </a:lnTo>
                <a:lnTo>
                  <a:pt x="1815" y="2873"/>
                </a:lnTo>
                <a:lnTo>
                  <a:pt x="1871" y="2896"/>
                </a:lnTo>
                <a:lnTo>
                  <a:pt x="1925" y="2923"/>
                </a:lnTo>
                <a:lnTo>
                  <a:pt x="1978" y="2954"/>
                </a:lnTo>
                <a:lnTo>
                  <a:pt x="2028" y="2988"/>
                </a:lnTo>
                <a:lnTo>
                  <a:pt x="2075" y="3027"/>
                </a:lnTo>
                <a:lnTo>
                  <a:pt x="2122" y="3070"/>
                </a:lnTo>
                <a:lnTo>
                  <a:pt x="2165" y="3116"/>
                </a:lnTo>
                <a:lnTo>
                  <a:pt x="2205" y="3166"/>
                </a:lnTo>
                <a:lnTo>
                  <a:pt x="2243" y="3223"/>
                </a:lnTo>
                <a:lnTo>
                  <a:pt x="2278" y="3282"/>
                </a:lnTo>
                <a:lnTo>
                  <a:pt x="2310" y="3347"/>
                </a:lnTo>
                <a:lnTo>
                  <a:pt x="2340" y="3417"/>
                </a:lnTo>
                <a:lnTo>
                  <a:pt x="2366" y="3492"/>
                </a:lnTo>
                <a:lnTo>
                  <a:pt x="2390" y="3573"/>
                </a:lnTo>
                <a:lnTo>
                  <a:pt x="0" y="3573"/>
                </a:lnTo>
                <a:lnTo>
                  <a:pt x="23" y="3492"/>
                </a:lnTo>
                <a:lnTo>
                  <a:pt x="50" y="3417"/>
                </a:lnTo>
                <a:lnTo>
                  <a:pt x="79" y="3347"/>
                </a:lnTo>
                <a:lnTo>
                  <a:pt x="111" y="3282"/>
                </a:lnTo>
                <a:lnTo>
                  <a:pt x="147" y="3223"/>
                </a:lnTo>
                <a:lnTo>
                  <a:pt x="185" y="3166"/>
                </a:lnTo>
                <a:lnTo>
                  <a:pt x="226" y="3116"/>
                </a:lnTo>
                <a:lnTo>
                  <a:pt x="269" y="3070"/>
                </a:lnTo>
                <a:lnTo>
                  <a:pt x="314" y="3027"/>
                </a:lnTo>
                <a:lnTo>
                  <a:pt x="362" y="2988"/>
                </a:lnTo>
                <a:lnTo>
                  <a:pt x="413" y="2954"/>
                </a:lnTo>
                <a:lnTo>
                  <a:pt x="464" y="2923"/>
                </a:lnTo>
                <a:lnTo>
                  <a:pt x="518" y="2896"/>
                </a:lnTo>
                <a:lnTo>
                  <a:pt x="575" y="2873"/>
                </a:lnTo>
                <a:lnTo>
                  <a:pt x="633" y="2852"/>
                </a:lnTo>
                <a:lnTo>
                  <a:pt x="693" y="2834"/>
                </a:lnTo>
                <a:close/>
                <a:moveTo>
                  <a:pt x="596" y="2084"/>
                </a:moveTo>
                <a:lnTo>
                  <a:pt x="625" y="2138"/>
                </a:lnTo>
                <a:lnTo>
                  <a:pt x="661" y="2187"/>
                </a:lnTo>
                <a:lnTo>
                  <a:pt x="699" y="2235"/>
                </a:lnTo>
                <a:lnTo>
                  <a:pt x="741" y="2279"/>
                </a:lnTo>
                <a:lnTo>
                  <a:pt x="788" y="2317"/>
                </a:lnTo>
                <a:lnTo>
                  <a:pt x="838" y="2352"/>
                </a:lnTo>
                <a:lnTo>
                  <a:pt x="891" y="2383"/>
                </a:lnTo>
                <a:lnTo>
                  <a:pt x="948" y="2409"/>
                </a:lnTo>
                <a:lnTo>
                  <a:pt x="1006" y="2429"/>
                </a:lnTo>
                <a:lnTo>
                  <a:pt x="1067" y="2444"/>
                </a:lnTo>
                <a:lnTo>
                  <a:pt x="1130" y="2454"/>
                </a:lnTo>
                <a:lnTo>
                  <a:pt x="1195" y="2456"/>
                </a:lnTo>
                <a:lnTo>
                  <a:pt x="1260" y="2454"/>
                </a:lnTo>
                <a:lnTo>
                  <a:pt x="1323" y="2444"/>
                </a:lnTo>
                <a:lnTo>
                  <a:pt x="1385" y="2429"/>
                </a:lnTo>
                <a:lnTo>
                  <a:pt x="1443" y="2409"/>
                </a:lnTo>
                <a:lnTo>
                  <a:pt x="1499" y="2383"/>
                </a:lnTo>
                <a:lnTo>
                  <a:pt x="1552" y="2352"/>
                </a:lnTo>
                <a:lnTo>
                  <a:pt x="1602" y="2317"/>
                </a:lnTo>
                <a:lnTo>
                  <a:pt x="1648" y="2279"/>
                </a:lnTo>
                <a:lnTo>
                  <a:pt x="1691" y="2235"/>
                </a:lnTo>
                <a:lnTo>
                  <a:pt x="1730" y="2187"/>
                </a:lnTo>
                <a:lnTo>
                  <a:pt x="1764" y="2138"/>
                </a:lnTo>
                <a:lnTo>
                  <a:pt x="1794" y="2084"/>
                </a:lnTo>
                <a:lnTo>
                  <a:pt x="596" y="2084"/>
                </a:lnTo>
                <a:close/>
                <a:moveTo>
                  <a:pt x="1195" y="893"/>
                </a:moveTo>
                <a:lnTo>
                  <a:pt x="1272" y="896"/>
                </a:lnTo>
                <a:lnTo>
                  <a:pt x="1348" y="906"/>
                </a:lnTo>
                <a:lnTo>
                  <a:pt x="1421" y="921"/>
                </a:lnTo>
                <a:lnTo>
                  <a:pt x="1493" y="943"/>
                </a:lnTo>
                <a:lnTo>
                  <a:pt x="1561" y="970"/>
                </a:lnTo>
                <a:lnTo>
                  <a:pt x="1626" y="1003"/>
                </a:lnTo>
                <a:lnTo>
                  <a:pt x="1689" y="1040"/>
                </a:lnTo>
                <a:lnTo>
                  <a:pt x="1747" y="1082"/>
                </a:lnTo>
                <a:lnTo>
                  <a:pt x="1803" y="1129"/>
                </a:lnTo>
                <a:lnTo>
                  <a:pt x="1853" y="1180"/>
                </a:lnTo>
                <a:lnTo>
                  <a:pt x="1901" y="1235"/>
                </a:lnTo>
                <a:lnTo>
                  <a:pt x="1943" y="1294"/>
                </a:lnTo>
                <a:lnTo>
                  <a:pt x="1980" y="1356"/>
                </a:lnTo>
                <a:lnTo>
                  <a:pt x="2013" y="1422"/>
                </a:lnTo>
                <a:lnTo>
                  <a:pt x="2041" y="1490"/>
                </a:lnTo>
                <a:lnTo>
                  <a:pt x="2062" y="1560"/>
                </a:lnTo>
                <a:lnTo>
                  <a:pt x="2078" y="1634"/>
                </a:lnTo>
                <a:lnTo>
                  <a:pt x="2088" y="1709"/>
                </a:lnTo>
                <a:lnTo>
                  <a:pt x="2091" y="1786"/>
                </a:lnTo>
                <a:lnTo>
                  <a:pt x="2088" y="1863"/>
                </a:lnTo>
                <a:lnTo>
                  <a:pt x="2078" y="1939"/>
                </a:lnTo>
                <a:lnTo>
                  <a:pt x="2062" y="2011"/>
                </a:lnTo>
                <a:lnTo>
                  <a:pt x="2041" y="2083"/>
                </a:lnTo>
                <a:lnTo>
                  <a:pt x="2013" y="2151"/>
                </a:lnTo>
                <a:lnTo>
                  <a:pt x="1980" y="2216"/>
                </a:lnTo>
                <a:lnTo>
                  <a:pt x="1943" y="2278"/>
                </a:lnTo>
                <a:lnTo>
                  <a:pt x="1901" y="2337"/>
                </a:lnTo>
                <a:lnTo>
                  <a:pt x="1853" y="2392"/>
                </a:lnTo>
                <a:lnTo>
                  <a:pt x="1803" y="2443"/>
                </a:lnTo>
                <a:lnTo>
                  <a:pt x="1747" y="2490"/>
                </a:lnTo>
                <a:lnTo>
                  <a:pt x="1689" y="2532"/>
                </a:lnTo>
                <a:lnTo>
                  <a:pt x="1626" y="2569"/>
                </a:lnTo>
                <a:lnTo>
                  <a:pt x="1561" y="2602"/>
                </a:lnTo>
                <a:lnTo>
                  <a:pt x="1493" y="2630"/>
                </a:lnTo>
                <a:lnTo>
                  <a:pt x="1421" y="2651"/>
                </a:lnTo>
                <a:lnTo>
                  <a:pt x="1348" y="2667"/>
                </a:lnTo>
                <a:lnTo>
                  <a:pt x="1272" y="2676"/>
                </a:lnTo>
                <a:lnTo>
                  <a:pt x="1195" y="2679"/>
                </a:lnTo>
                <a:lnTo>
                  <a:pt x="1118" y="2676"/>
                </a:lnTo>
                <a:lnTo>
                  <a:pt x="1042" y="2667"/>
                </a:lnTo>
                <a:lnTo>
                  <a:pt x="969" y="2651"/>
                </a:lnTo>
                <a:lnTo>
                  <a:pt x="898" y="2630"/>
                </a:lnTo>
                <a:lnTo>
                  <a:pt x="830" y="2602"/>
                </a:lnTo>
                <a:lnTo>
                  <a:pt x="763" y="2569"/>
                </a:lnTo>
                <a:lnTo>
                  <a:pt x="702" y="2532"/>
                </a:lnTo>
                <a:lnTo>
                  <a:pt x="642" y="2490"/>
                </a:lnTo>
                <a:lnTo>
                  <a:pt x="587" y="2443"/>
                </a:lnTo>
                <a:lnTo>
                  <a:pt x="536" y="2392"/>
                </a:lnTo>
                <a:lnTo>
                  <a:pt x="489" y="2337"/>
                </a:lnTo>
                <a:lnTo>
                  <a:pt x="447" y="2278"/>
                </a:lnTo>
                <a:lnTo>
                  <a:pt x="409" y="2216"/>
                </a:lnTo>
                <a:lnTo>
                  <a:pt x="376" y="2151"/>
                </a:lnTo>
                <a:lnTo>
                  <a:pt x="350" y="2083"/>
                </a:lnTo>
                <a:lnTo>
                  <a:pt x="328" y="2011"/>
                </a:lnTo>
                <a:lnTo>
                  <a:pt x="312" y="1939"/>
                </a:lnTo>
                <a:lnTo>
                  <a:pt x="302" y="1863"/>
                </a:lnTo>
                <a:lnTo>
                  <a:pt x="299" y="1786"/>
                </a:lnTo>
                <a:lnTo>
                  <a:pt x="302" y="1709"/>
                </a:lnTo>
                <a:lnTo>
                  <a:pt x="312" y="1634"/>
                </a:lnTo>
                <a:lnTo>
                  <a:pt x="328" y="1560"/>
                </a:lnTo>
                <a:lnTo>
                  <a:pt x="350" y="1490"/>
                </a:lnTo>
                <a:lnTo>
                  <a:pt x="376" y="1422"/>
                </a:lnTo>
                <a:lnTo>
                  <a:pt x="409" y="1356"/>
                </a:lnTo>
                <a:lnTo>
                  <a:pt x="447" y="1294"/>
                </a:lnTo>
                <a:lnTo>
                  <a:pt x="489" y="1235"/>
                </a:lnTo>
                <a:lnTo>
                  <a:pt x="536" y="1180"/>
                </a:lnTo>
                <a:lnTo>
                  <a:pt x="587" y="1129"/>
                </a:lnTo>
                <a:lnTo>
                  <a:pt x="642" y="1082"/>
                </a:lnTo>
                <a:lnTo>
                  <a:pt x="702" y="1040"/>
                </a:lnTo>
                <a:lnTo>
                  <a:pt x="763" y="1003"/>
                </a:lnTo>
                <a:lnTo>
                  <a:pt x="830" y="970"/>
                </a:lnTo>
                <a:lnTo>
                  <a:pt x="898" y="943"/>
                </a:lnTo>
                <a:lnTo>
                  <a:pt x="969" y="921"/>
                </a:lnTo>
                <a:lnTo>
                  <a:pt x="1042" y="906"/>
                </a:lnTo>
                <a:lnTo>
                  <a:pt x="1118" y="896"/>
                </a:lnTo>
                <a:lnTo>
                  <a:pt x="1195" y="893"/>
                </a:lnTo>
                <a:close/>
                <a:moveTo>
                  <a:pt x="2390" y="595"/>
                </a:moveTo>
                <a:lnTo>
                  <a:pt x="2390" y="743"/>
                </a:lnTo>
                <a:lnTo>
                  <a:pt x="2988" y="743"/>
                </a:lnTo>
                <a:lnTo>
                  <a:pt x="2988" y="595"/>
                </a:lnTo>
                <a:lnTo>
                  <a:pt x="2390" y="595"/>
                </a:lnTo>
                <a:close/>
                <a:moveTo>
                  <a:pt x="2390" y="297"/>
                </a:moveTo>
                <a:lnTo>
                  <a:pt x="2390" y="446"/>
                </a:lnTo>
                <a:lnTo>
                  <a:pt x="3287" y="446"/>
                </a:lnTo>
                <a:lnTo>
                  <a:pt x="3287" y="297"/>
                </a:lnTo>
                <a:lnTo>
                  <a:pt x="2390" y="297"/>
                </a:lnTo>
                <a:close/>
                <a:moveTo>
                  <a:pt x="2090" y="0"/>
                </a:moveTo>
                <a:lnTo>
                  <a:pt x="3584" y="0"/>
                </a:lnTo>
                <a:lnTo>
                  <a:pt x="3584" y="1037"/>
                </a:lnTo>
                <a:lnTo>
                  <a:pt x="2393" y="1037"/>
                </a:lnTo>
                <a:lnTo>
                  <a:pt x="2091" y="1339"/>
                </a:lnTo>
                <a:lnTo>
                  <a:pt x="2090" y="0"/>
                </a:lnTo>
                <a:close/>
              </a:path>
            </a:pathLst>
          </a:custGeom>
          <a:solidFill>
            <a:schemeClr val="bg2">
              <a:lumMod val="10000"/>
            </a:schemeClr>
          </a:solidFill>
          <a:ln w="0">
            <a:noFill/>
            <a:prstDash val="solid"/>
            <a:round/>
            <a:headEnd/>
            <a:tailEnd/>
          </a:ln>
        </p:spPr>
        <p:txBody>
          <a:bodyPr vert="horz" wrap="square" lIns="91416" tIns="45708" rIns="91416" bIns="45708"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chemeClr val="bg2">
                  <a:lumMod val="10000"/>
                </a:schemeClr>
              </a:solidFill>
              <a:effectLst/>
              <a:uLnTx/>
              <a:uFillTx/>
              <a:cs typeface="B Titr" panose="00000700000000000000" pitchFamily="2" charset="-78"/>
            </a:endParaRPr>
          </a:p>
        </p:txBody>
      </p:sp>
      <p:sp>
        <p:nvSpPr>
          <p:cNvPr id="26" name="Freeform 111"/>
          <p:cNvSpPr>
            <a:spLocks noEditPoints="1"/>
          </p:cNvSpPr>
          <p:nvPr/>
        </p:nvSpPr>
        <p:spPr bwMode="auto">
          <a:xfrm>
            <a:off x="6840914" y="1199149"/>
            <a:ext cx="461718" cy="438962"/>
          </a:xfrm>
          <a:custGeom>
            <a:avLst/>
            <a:gdLst>
              <a:gd name="T0" fmla="*/ 4212 w 5033"/>
              <a:gd name="T1" fmla="*/ 3765 h 4783"/>
              <a:gd name="T2" fmla="*/ 2127 w 5033"/>
              <a:gd name="T3" fmla="*/ 3065 h 4783"/>
              <a:gd name="T4" fmla="*/ 2886 w 5033"/>
              <a:gd name="T5" fmla="*/ 3065 h 4783"/>
              <a:gd name="T6" fmla="*/ 818 w 5033"/>
              <a:gd name="T7" fmla="*/ 3765 h 4783"/>
              <a:gd name="T8" fmla="*/ 818 w 5033"/>
              <a:gd name="T9" fmla="*/ 3065 h 4783"/>
              <a:gd name="T10" fmla="*/ 4467 w 5033"/>
              <a:gd name="T11" fmla="*/ 2888 h 4783"/>
              <a:gd name="T12" fmla="*/ 5033 w 5033"/>
              <a:gd name="T13" fmla="*/ 3583 h 4783"/>
              <a:gd name="T14" fmla="*/ 0 w 5033"/>
              <a:gd name="T15" fmla="*/ 3583 h 4783"/>
              <a:gd name="T16" fmla="*/ 1308 w 5033"/>
              <a:gd name="T17" fmla="*/ 1556 h 4783"/>
              <a:gd name="T18" fmla="*/ 2275 w 5033"/>
              <a:gd name="T19" fmla="*/ 2234 h 4783"/>
              <a:gd name="T20" fmla="*/ 3574 w 5033"/>
              <a:gd name="T21" fmla="*/ 2888 h 4783"/>
              <a:gd name="T22" fmla="*/ 3491 w 5033"/>
              <a:gd name="T23" fmla="*/ 237 h 4783"/>
              <a:gd name="T24" fmla="*/ 3734 w 5033"/>
              <a:gd name="T25" fmla="*/ 0 h 4783"/>
              <a:gd name="T26" fmla="*/ 3828 w 5033"/>
              <a:gd name="T27" fmla="*/ 16 h 4783"/>
              <a:gd name="T28" fmla="*/ 3907 w 5033"/>
              <a:gd name="T29" fmla="*/ 59 h 4783"/>
              <a:gd name="T30" fmla="*/ 3978 w 5033"/>
              <a:gd name="T31" fmla="*/ 127 h 4783"/>
              <a:gd name="T32" fmla="*/ 4018 w 5033"/>
              <a:gd name="T33" fmla="*/ 197 h 4783"/>
              <a:gd name="T34" fmla="*/ 4024 w 5033"/>
              <a:gd name="T35" fmla="*/ 211 h 4783"/>
              <a:gd name="T36" fmla="*/ 4011 w 5033"/>
              <a:gd name="T37" fmla="*/ 220 h 4783"/>
              <a:gd name="T38" fmla="*/ 3958 w 5033"/>
              <a:gd name="T39" fmla="*/ 200 h 4783"/>
              <a:gd name="T40" fmla="*/ 3864 w 5033"/>
              <a:gd name="T41" fmla="*/ 161 h 4783"/>
              <a:gd name="T42" fmla="*/ 3777 w 5033"/>
              <a:gd name="T43" fmla="*/ 132 h 4783"/>
              <a:gd name="T44" fmla="*/ 3746 w 5033"/>
              <a:gd name="T45" fmla="*/ 123 h 4783"/>
              <a:gd name="T46" fmla="*/ 3655 w 5033"/>
              <a:gd name="T47" fmla="*/ 101 h 4783"/>
              <a:gd name="T48" fmla="*/ 3602 w 5033"/>
              <a:gd name="T49" fmla="*/ 110 h 4783"/>
              <a:gd name="T50" fmla="*/ 3554 w 5033"/>
              <a:gd name="T51" fmla="*/ 140 h 4783"/>
              <a:gd name="T52" fmla="*/ 3517 w 5033"/>
              <a:gd name="T53" fmla="*/ 184 h 4783"/>
              <a:gd name="T54" fmla="*/ 3494 w 5033"/>
              <a:gd name="T55" fmla="*/ 231 h 4783"/>
              <a:gd name="T56" fmla="*/ 3491 w 5033"/>
              <a:gd name="T57" fmla="*/ 237 h 4783"/>
              <a:gd name="T58" fmla="*/ 3491 w 5033"/>
              <a:gd name="T59" fmla="*/ 239 h 4783"/>
              <a:gd name="T60" fmla="*/ 3463 w 5033"/>
              <a:gd name="T61" fmla="*/ 299 h 4783"/>
              <a:gd name="T62" fmla="*/ 3418 w 5033"/>
              <a:gd name="T63" fmla="*/ 358 h 4783"/>
              <a:gd name="T64" fmla="*/ 3359 w 5033"/>
              <a:gd name="T65" fmla="*/ 406 h 4783"/>
              <a:gd name="T66" fmla="*/ 3291 w 5033"/>
              <a:gd name="T67" fmla="*/ 438 h 4783"/>
              <a:gd name="T68" fmla="*/ 3181 w 5033"/>
              <a:gd name="T69" fmla="*/ 449 h 4783"/>
              <a:gd name="T70" fmla="*/ 3089 w 5033"/>
              <a:gd name="T71" fmla="*/ 423 h 4783"/>
              <a:gd name="T72" fmla="*/ 2997 w 5033"/>
              <a:gd name="T73" fmla="*/ 365 h 4783"/>
              <a:gd name="T74" fmla="*/ 2922 w 5033"/>
              <a:gd name="T75" fmla="*/ 277 h 4783"/>
              <a:gd name="T76" fmla="*/ 2894 w 5033"/>
              <a:gd name="T77" fmla="*/ 226 h 4783"/>
              <a:gd name="T78" fmla="*/ 2906 w 5033"/>
              <a:gd name="T79" fmla="*/ 214 h 4783"/>
              <a:gd name="T80" fmla="*/ 2959 w 5033"/>
              <a:gd name="T81" fmla="*/ 235 h 4783"/>
              <a:gd name="T82" fmla="*/ 3053 w 5033"/>
              <a:gd name="T83" fmla="*/ 271 h 4783"/>
              <a:gd name="T84" fmla="*/ 3132 w 5033"/>
              <a:gd name="T85" fmla="*/ 293 h 4783"/>
              <a:gd name="T86" fmla="*/ 3163 w 5033"/>
              <a:gd name="T87" fmla="*/ 297 h 4783"/>
              <a:gd name="T88" fmla="*/ 3226 w 5033"/>
              <a:gd name="T89" fmla="*/ 299 h 4783"/>
              <a:gd name="T90" fmla="*/ 3296 w 5033"/>
              <a:gd name="T91" fmla="*/ 285 h 4783"/>
              <a:gd name="T92" fmla="*/ 3336 w 5033"/>
              <a:gd name="T93" fmla="*/ 263 h 4783"/>
              <a:gd name="T94" fmla="*/ 3362 w 5033"/>
              <a:gd name="T95" fmla="*/ 248 h 4783"/>
              <a:gd name="T96" fmla="*/ 3379 w 5033"/>
              <a:gd name="T97" fmla="*/ 235 h 4783"/>
              <a:gd name="T98" fmla="*/ 3427 w 5033"/>
              <a:gd name="T99" fmla="*/ 195 h 4783"/>
              <a:gd name="T100" fmla="*/ 3427 w 5033"/>
              <a:gd name="T101" fmla="*/ 195 h 4783"/>
              <a:gd name="T102" fmla="*/ 3434 w 5033"/>
              <a:gd name="T103" fmla="*/ 191 h 4783"/>
              <a:gd name="T104" fmla="*/ 3477 w 5033"/>
              <a:gd name="T105" fmla="*/ 150 h 4783"/>
              <a:gd name="T106" fmla="*/ 3543 w 5033"/>
              <a:gd name="T107" fmla="*/ 93 h 4783"/>
              <a:gd name="T108" fmla="*/ 3605 w 5033"/>
              <a:gd name="T109" fmla="*/ 48 h 4783"/>
              <a:gd name="T110" fmla="*/ 3701 w 5033"/>
              <a:gd name="T111" fmla="*/ 6 h 4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33" h="4783">
                <a:moveTo>
                  <a:pt x="3452" y="3065"/>
                </a:moveTo>
                <a:lnTo>
                  <a:pt x="3452" y="3765"/>
                </a:lnTo>
                <a:lnTo>
                  <a:pt x="4212" y="3765"/>
                </a:lnTo>
                <a:lnTo>
                  <a:pt x="4212" y="3065"/>
                </a:lnTo>
                <a:lnTo>
                  <a:pt x="3452" y="3065"/>
                </a:lnTo>
                <a:close/>
                <a:moveTo>
                  <a:pt x="2127" y="3065"/>
                </a:moveTo>
                <a:lnTo>
                  <a:pt x="2127" y="3765"/>
                </a:lnTo>
                <a:lnTo>
                  <a:pt x="2886" y="3765"/>
                </a:lnTo>
                <a:lnTo>
                  <a:pt x="2886" y="3065"/>
                </a:lnTo>
                <a:lnTo>
                  <a:pt x="2127" y="3065"/>
                </a:lnTo>
                <a:close/>
                <a:moveTo>
                  <a:pt x="818" y="3065"/>
                </a:moveTo>
                <a:lnTo>
                  <a:pt x="818" y="3765"/>
                </a:lnTo>
                <a:lnTo>
                  <a:pt x="1578" y="3765"/>
                </a:lnTo>
                <a:lnTo>
                  <a:pt x="1578" y="3065"/>
                </a:lnTo>
                <a:lnTo>
                  <a:pt x="818" y="3065"/>
                </a:lnTo>
                <a:close/>
                <a:moveTo>
                  <a:pt x="3755" y="532"/>
                </a:moveTo>
                <a:lnTo>
                  <a:pt x="4307" y="532"/>
                </a:lnTo>
                <a:lnTo>
                  <a:pt x="4467" y="2888"/>
                </a:lnTo>
                <a:lnTo>
                  <a:pt x="4838" y="2888"/>
                </a:lnTo>
                <a:lnTo>
                  <a:pt x="4838" y="3583"/>
                </a:lnTo>
                <a:lnTo>
                  <a:pt x="5033" y="3583"/>
                </a:lnTo>
                <a:lnTo>
                  <a:pt x="5033" y="4783"/>
                </a:lnTo>
                <a:lnTo>
                  <a:pt x="0" y="4783"/>
                </a:lnTo>
                <a:lnTo>
                  <a:pt x="0" y="3583"/>
                </a:lnTo>
                <a:lnTo>
                  <a:pt x="343" y="3583"/>
                </a:lnTo>
                <a:lnTo>
                  <a:pt x="343" y="2234"/>
                </a:lnTo>
                <a:lnTo>
                  <a:pt x="1308" y="1556"/>
                </a:lnTo>
                <a:lnTo>
                  <a:pt x="1308" y="2234"/>
                </a:lnTo>
                <a:lnTo>
                  <a:pt x="2275" y="1556"/>
                </a:lnTo>
                <a:lnTo>
                  <a:pt x="2275" y="2234"/>
                </a:lnTo>
                <a:lnTo>
                  <a:pt x="3240" y="1556"/>
                </a:lnTo>
                <a:lnTo>
                  <a:pt x="3240" y="2888"/>
                </a:lnTo>
                <a:lnTo>
                  <a:pt x="3574" y="2888"/>
                </a:lnTo>
                <a:lnTo>
                  <a:pt x="3755" y="532"/>
                </a:lnTo>
                <a:close/>
                <a:moveTo>
                  <a:pt x="3491" y="237"/>
                </a:moveTo>
                <a:lnTo>
                  <a:pt x="3491" y="237"/>
                </a:lnTo>
                <a:lnTo>
                  <a:pt x="3491" y="237"/>
                </a:lnTo>
                <a:lnTo>
                  <a:pt x="3491" y="237"/>
                </a:lnTo>
                <a:close/>
                <a:moveTo>
                  <a:pt x="3734" y="0"/>
                </a:moveTo>
                <a:lnTo>
                  <a:pt x="3768" y="2"/>
                </a:lnTo>
                <a:lnTo>
                  <a:pt x="3799" y="6"/>
                </a:lnTo>
                <a:lnTo>
                  <a:pt x="3828" y="16"/>
                </a:lnTo>
                <a:lnTo>
                  <a:pt x="3854" y="27"/>
                </a:lnTo>
                <a:lnTo>
                  <a:pt x="3877" y="41"/>
                </a:lnTo>
                <a:lnTo>
                  <a:pt x="3907" y="59"/>
                </a:lnTo>
                <a:lnTo>
                  <a:pt x="3932" y="78"/>
                </a:lnTo>
                <a:lnTo>
                  <a:pt x="3953" y="98"/>
                </a:lnTo>
                <a:lnTo>
                  <a:pt x="3978" y="127"/>
                </a:lnTo>
                <a:lnTo>
                  <a:pt x="3997" y="155"/>
                </a:lnTo>
                <a:lnTo>
                  <a:pt x="4011" y="178"/>
                </a:lnTo>
                <a:lnTo>
                  <a:pt x="4018" y="197"/>
                </a:lnTo>
                <a:lnTo>
                  <a:pt x="4021" y="203"/>
                </a:lnTo>
                <a:lnTo>
                  <a:pt x="4023" y="208"/>
                </a:lnTo>
                <a:lnTo>
                  <a:pt x="4024" y="211"/>
                </a:lnTo>
                <a:lnTo>
                  <a:pt x="4024" y="212"/>
                </a:lnTo>
                <a:lnTo>
                  <a:pt x="4015" y="222"/>
                </a:lnTo>
                <a:lnTo>
                  <a:pt x="4011" y="220"/>
                </a:lnTo>
                <a:lnTo>
                  <a:pt x="4000" y="215"/>
                </a:lnTo>
                <a:lnTo>
                  <a:pt x="3981" y="209"/>
                </a:lnTo>
                <a:lnTo>
                  <a:pt x="3958" y="200"/>
                </a:lnTo>
                <a:lnTo>
                  <a:pt x="3932" y="189"/>
                </a:lnTo>
                <a:lnTo>
                  <a:pt x="3899" y="175"/>
                </a:lnTo>
                <a:lnTo>
                  <a:pt x="3864" y="161"/>
                </a:lnTo>
                <a:lnTo>
                  <a:pt x="3826" y="147"/>
                </a:lnTo>
                <a:lnTo>
                  <a:pt x="3786" y="135"/>
                </a:lnTo>
                <a:lnTo>
                  <a:pt x="3777" y="132"/>
                </a:lnTo>
                <a:lnTo>
                  <a:pt x="3766" y="129"/>
                </a:lnTo>
                <a:lnTo>
                  <a:pt x="3757" y="126"/>
                </a:lnTo>
                <a:lnTo>
                  <a:pt x="3746" y="123"/>
                </a:lnTo>
                <a:lnTo>
                  <a:pt x="3718" y="115"/>
                </a:lnTo>
                <a:lnTo>
                  <a:pt x="3687" y="107"/>
                </a:lnTo>
                <a:lnTo>
                  <a:pt x="3655" y="101"/>
                </a:lnTo>
                <a:lnTo>
                  <a:pt x="3638" y="102"/>
                </a:lnTo>
                <a:lnTo>
                  <a:pt x="3619" y="105"/>
                </a:lnTo>
                <a:lnTo>
                  <a:pt x="3602" y="110"/>
                </a:lnTo>
                <a:lnTo>
                  <a:pt x="3585" y="118"/>
                </a:lnTo>
                <a:lnTo>
                  <a:pt x="3568" y="127"/>
                </a:lnTo>
                <a:lnTo>
                  <a:pt x="3554" y="140"/>
                </a:lnTo>
                <a:lnTo>
                  <a:pt x="3540" y="153"/>
                </a:lnTo>
                <a:lnTo>
                  <a:pt x="3528" y="167"/>
                </a:lnTo>
                <a:lnTo>
                  <a:pt x="3517" y="184"/>
                </a:lnTo>
                <a:lnTo>
                  <a:pt x="3503" y="211"/>
                </a:lnTo>
                <a:lnTo>
                  <a:pt x="3497" y="225"/>
                </a:lnTo>
                <a:lnTo>
                  <a:pt x="3494" y="231"/>
                </a:lnTo>
                <a:lnTo>
                  <a:pt x="3492" y="234"/>
                </a:lnTo>
                <a:lnTo>
                  <a:pt x="3492" y="235"/>
                </a:lnTo>
                <a:lnTo>
                  <a:pt x="3491" y="237"/>
                </a:lnTo>
                <a:lnTo>
                  <a:pt x="3491" y="237"/>
                </a:lnTo>
                <a:lnTo>
                  <a:pt x="3491" y="237"/>
                </a:lnTo>
                <a:lnTo>
                  <a:pt x="3491" y="239"/>
                </a:lnTo>
                <a:lnTo>
                  <a:pt x="3489" y="240"/>
                </a:lnTo>
                <a:lnTo>
                  <a:pt x="3489" y="240"/>
                </a:lnTo>
                <a:lnTo>
                  <a:pt x="3463" y="299"/>
                </a:lnTo>
                <a:lnTo>
                  <a:pt x="3451" y="317"/>
                </a:lnTo>
                <a:lnTo>
                  <a:pt x="3435" y="338"/>
                </a:lnTo>
                <a:lnTo>
                  <a:pt x="3418" y="358"/>
                </a:lnTo>
                <a:lnTo>
                  <a:pt x="3400" y="375"/>
                </a:lnTo>
                <a:lnTo>
                  <a:pt x="3379" y="390"/>
                </a:lnTo>
                <a:lnTo>
                  <a:pt x="3359" y="406"/>
                </a:lnTo>
                <a:lnTo>
                  <a:pt x="3338" y="418"/>
                </a:lnTo>
                <a:lnTo>
                  <a:pt x="3315" y="429"/>
                </a:lnTo>
                <a:lnTo>
                  <a:pt x="3291" y="438"/>
                </a:lnTo>
                <a:lnTo>
                  <a:pt x="3254" y="446"/>
                </a:lnTo>
                <a:lnTo>
                  <a:pt x="3217" y="450"/>
                </a:lnTo>
                <a:lnTo>
                  <a:pt x="3181" y="449"/>
                </a:lnTo>
                <a:lnTo>
                  <a:pt x="3147" y="443"/>
                </a:lnTo>
                <a:lnTo>
                  <a:pt x="3117" y="435"/>
                </a:lnTo>
                <a:lnTo>
                  <a:pt x="3089" y="423"/>
                </a:lnTo>
                <a:lnTo>
                  <a:pt x="3062" y="410"/>
                </a:lnTo>
                <a:lnTo>
                  <a:pt x="3038" y="396"/>
                </a:lnTo>
                <a:lnTo>
                  <a:pt x="2997" y="365"/>
                </a:lnTo>
                <a:lnTo>
                  <a:pt x="2965" y="334"/>
                </a:lnTo>
                <a:lnTo>
                  <a:pt x="2940" y="305"/>
                </a:lnTo>
                <a:lnTo>
                  <a:pt x="2922" y="277"/>
                </a:lnTo>
                <a:lnTo>
                  <a:pt x="2908" y="254"/>
                </a:lnTo>
                <a:lnTo>
                  <a:pt x="2898" y="237"/>
                </a:lnTo>
                <a:lnTo>
                  <a:pt x="2894" y="226"/>
                </a:lnTo>
                <a:lnTo>
                  <a:pt x="2892" y="222"/>
                </a:lnTo>
                <a:lnTo>
                  <a:pt x="2903" y="212"/>
                </a:lnTo>
                <a:lnTo>
                  <a:pt x="2906" y="214"/>
                </a:lnTo>
                <a:lnTo>
                  <a:pt x="2917" y="218"/>
                </a:lnTo>
                <a:lnTo>
                  <a:pt x="2936" y="225"/>
                </a:lnTo>
                <a:lnTo>
                  <a:pt x="2959" y="235"/>
                </a:lnTo>
                <a:lnTo>
                  <a:pt x="2985" y="246"/>
                </a:lnTo>
                <a:lnTo>
                  <a:pt x="3018" y="259"/>
                </a:lnTo>
                <a:lnTo>
                  <a:pt x="3053" y="271"/>
                </a:lnTo>
                <a:lnTo>
                  <a:pt x="3092" y="283"/>
                </a:lnTo>
                <a:lnTo>
                  <a:pt x="3112" y="288"/>
                </a:lnTo>
                <a:lnTo>
                  <a:pt x="3132" y="293"/>
                </a:lnTo>
                <a:lnTo>
                  <a:pt x="3143" y="294"/>
                </a:lnTo>
                <a:lnTo>
                  <a:pt x="3154" y="296"/>
                </a:lnTo>
                <a:lnTo>
                  <a:pt x="3163" y="297"/>
                </a:lnTo>
                <a:lnTo>
                  <a:pt x="3174" y="299"/>
                </a:lnTo>
                <a:lnTo>
                  <a:pt x="3200" y="300"/>
                </a:lnTo>
                <a:lnTo>
                  <a:pt x="3226" y="299"/>
                </a:lnTo>
                <a:lnTo>
                  <a:pt x="3254" y="297"/>
                </a:lnTo>
                <a:lnTo>
                  <a:pt x="3274" y="291"/>
                </a:lnTo>
                <a:lnTo>
                  <a:pt x="3296" y="285"/>
                </a:lnTo>
                <a:lnTo>
                  <a:pt x="3310" y="279"/>
                </a:lnTo>
                <a:lnTo>
                  <a:pt x="3324" y="273"/>
                </a:lnTo>
                <a:lnTo>
                  <a:pt x="3336" y="263"/>
                </a:lnTo>
                <a:lnTo>
                  <a:pt x="3347" y="257"/>
                </a:lnTo>
                <a:lnTo>
                  <a:pt x="3356" y="251"/>
                </a:lnTo>
                <a:lnTo>
                  <a:pt x="3362" y="248"/>
                </a:lnTo>
                <a:lnTo>
                  <a:pt x="3369" y="245"/>
                </a:lnTo>
                <a:lnTo>
                  <a:pt x="3373" y="240"/>
                </a:lnTo>
                <a:lnTo>
                  <a:pt x="3379" y="235"/>
                </a:lnTo>
                <a:lnTo>
                  <a:pt x="3429" y="194"/>
                </a:lnTo>
                <a:lnTo>
                  <a:pt x="3429" y="194"/>
                </a:lnTo>
                <a:lnTo>
                  <a:pt x="3427" y="195"/>
                </a:lnTo>
                <a:lnTo>
                  <a:pt x="3427" y="195"/>
                </a:lnTo>
                <a:lnTo>
                  <a:pt x="3427" y="197"/>
                </a:lnTo>
                <a:lnTo>
                  <a:pt x="3427" y="195"/>
                </a:lnTo>
                <a:lnTo>
                  <a:pt x="3429" y="194"/>
                </a:lnTo>
                <a:lnTo>
                  <a:pt x="3431" y="194"/>
                </a:lnTo>
                <a:lnTo>
                  <a:pt x="3434" y="191"/>
                </a:lnTo>
                <a:lnTo>
                  <a:pt x="3440" y="184"/>
                </a:lnTo>
                <a:lnTo>
                  <a:pt x="3452" y="174"/>
                </a:lnTo>
                <a:lnTo>
                  <a:pt x="3477" y="150"/>
                </a:lnTo>
                <a:lnTo>
                  <a:pt x="3502" y="129"/>
                </a:lnTo>
                <a:lnTo>
                  <a:pt x="3526" y="107"/>
                </a:lnTo>
                <a:lnTo>
                  <a:pt x="3543" y="93"/>
                </a:lnTo>
                <a:lnTo>
                  <a:pt x="3560" y="81"/>
                </a:lnTo>
                <a:lnTo>
                  <a:pt x="3579" y="67"/>
                </a:lnTo>
                <a:lnTo>
                  <a:pt x="3605" y="48"/>
                </a:lnTo>
                <a:lnTo>
                  <a:pt x="3635" y="30"/>
                </a:lnTo>
                <a:lnTo>
                  <a:pt x="3667" y="16"/>
                </a:lnTo>
                <a:lnTo>
                  <a:pt x="3701" y="6"/>
                </a:lnTo>
                <a:lnTo>
                  <a:pt x="3734" y="0"/>
                </a:lnTo>
                <a:close/>
              </a:path>
            </a:pathLst>
          </a:custGeom>
          <a:solidFill>
            <a:srgbClr val="EEECE1">
              <a:lumMod val="10000"/>
            </a:srgbClr>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chemeClr val="bg2">
                  <a:lumMod val="10000"/>
                </a:schemeClr>
              </a:solidFill>
              <a:effectLst/>
              <a:uLnTx/>
              <a:uFillTx/>
              <a:cs typeface="B Titr" panose="00000700000000000000" pitchFamily="2" charset="-78"/>
            </a:endParaRPr>
          </a:p>
        </p:txBody>
      </p:sp>
      <p:grpSp>
        <p:nvGrpSpPr>
          <p:cNvPr id="27" name="Group 26"/>
          <p:cNvGrpSpPr/>
          <p:nvPr/>
        </p:nvGrpSpPr>
        <p:grpSpPr>
          <a:xfrm>
            <a:off x="1431298" y="1176437"/>
            <a:ext cx="714347" cy="342274"/>
            <a:chOff x="-534988" y="385763"/>
            <a:chExt cx="7991476" cy="3829050"/>
          </a:xfrm>
          <a:solidFill>
            <a:schemeClr val="bg2">
              <a:lumMod val="10000"/>
            </a:schemeClr>
          </a:solidFill>
        </p:grpSpPr>
        <p:sp>
          <p:nvSpPr>
            <p:cNvPr id="28" name="Freeform 18"/>
            <p:cNvSpPr>
              <a:spLocks/>
            </p:cNvSpPr>
            <p:nvPr/>
          </p:nvSpPr>
          <p:spPr bwMode="auto">
            <a:xfrm>
              <a:off x="1703387" y="2752725"/>
              <a:ext cx="3519488" cy="1462088"/>
            </a:xfrm>
            <a:custGeom>
              <a:avLst/>
              <a:gdLst>
                <a:gd name="T0" fmla="*/ 768 w 2217"/>
                <a:gd name="T1" fmla="*/ 41 h 921"/>
                <a:gd name="T2" fmla="*/ 803 w 2217"/>
                <a:gd name="T3" fmla="*/ 153 h 921"/>
                <a:gd name="T4" fmla="*/ 850 w 2217"/>
                <a:gd name="T5" fmla="*/ 293 h 921"/>
                <a:gd name="T6" fmla="*/ 899 w 2217"/>
                <a:gd name="T7" fmla="*/ 440 h 921"/>
                <a:gd name="T8" fmla="*/ 942 w 2217"/>
                <a:gd name="T9" fmla="*/ 562 h 921"/>
                <a:gd name="T10" fmla="*/ 968 w 2217"/>
                <a:gd name="T11" fmla="*/ 632 h 921"/>
                <a:gd name="T12" fmla="*/ 971 w 2217"/>
                <a:gd name="T13" fmla="*/ 142 h 921"/>
                <a:gd name="T14" fmla="*/ 973 w 2217"/>
                <a:gd name="T15" fmla="*/ 46 h 921"/>
                <a:gd name="T16" fmla="*/ 1105 w 2217"/>
                <a:gd name="T17" fmla="*/ 70 h 921"/>
                <a:gd name="T18" fmla="*/ 1243 w 2217"/>
                <a:gd name="T19" fmla="*/ 44 h 921"/>
                <a:gd name="T20" fmla="*/ 1243 w 2217"/>
                <a:gd name="T21" fmla="*/ 142 h 921"/>
                <a:gd name="T22" fmla="*/ 1246 w 2217"/>
                <a:gd name="T23" fmla="*/ 632 h 921"/>
                <a:gd name="T24" fmla="*/ 1272 w 2217"/>
                <a:gd name="T25" fmla="*/ 562 h 921"/>
                <a:gd name="T26" fmla="*/ 1313 w 2217"/>
                <a:gd name="T27" fmla="*/ 440 h 921"/>
                <a:gd name="T28" fmla="*/ 1364 w 2217"/>
                <a:gd name="T29" fmla="*/ 293 h 921"/>
                <a:gd name="T30" fmla="*/ 1411 w 2217"/>
                <a:gd name="T31" fmla="*/ 153 h 921"/>
                <a:gd name="T32" fmla="*/ 1446 w 2217"/>
                <a:gd name="T33" fmla="*/ 43 h 921"/>
                <a:gd name="T34" fmla="*/ 1557 w 2217"/>
                <a:gd name="T35" fmla="*/ 35 h 921"/>
                <a:gd name="T36" fmla="*/ 1753 w 2217"/>
                <a:gd name="T37" fmla="*/ 113 h 921"/>
                <a:gd name="T38" fmla="*/ 1800 w 2217"/>
                <a:gd name="T39" fmla="*/ 131 h 921"/>
                <a:gd name="T40" fmla="*/ 1878 w 2217"/>
                <a:gd name="T41" fmla="*/ 163 h 921"/>
                <a:gd name="T42" fmla="*/ 1959 w 2217"/>
                <a:gd name="T43" fmla="*/ 198 h 921"/>
                <a:gd name="T44" fmla="*/ 1999 w 2217"/>
                <a:gd name="T45" fmla="*/ 217 h 921"/>
                <a:gd name="T46" fmla="*/ 2010 w 2217"/>
                <a:gd name="T47" fmla="*/ 221 h 921"/>
                <a:gd name="T48" fmla="*/ 2016 w 2217"/>
                <a:gd name="T49" fmla="*/ 224 h 921"/>
                <a:gd name="T50" fmla="*/ 2051 w 2217"/>
                <a:gd name="T51" fmla="*/ 258 h 921"/>
                <a:gd name="T52" fmla="*/ 2080 w 2217"/>
                <a:gd name="T53" fmla="*/ 295 h 921"/>
                <a:gd name="T54" fmla="*/ 2095 w 2217"/>
                <a:gd name="T55" fmla="*/ 324 h 921"/>
                <a:gd name="T56" fmla="*/ 2124 w 2217"/>
                <a:gd name="T57" fmla="*/ 415 h 921"/>
                <a:gd name="T58" fmla="*/ 2168 w 2217"/>
                <a:gd name="T59" fmla="*/ 554 h 921"/>
                <a:gd name="T60" fmla="*/ 2205 w 2217"/>
                <a:gd name="T61" fmla="*/ 683 h 921"/>
                <a:gd name="T62" fmla="*/ 2217 w 2217"/>
                <a:gd name="T63" fmla="*/ 739 h 921"/>
                <a:gd name="T64" fmla="*/ 2187 w 2217"/>
                <a:gd name="T65" fmla="*/ 841 h 921"/>
                <a:gd name="T66" fmla="*/ 2107 w 2217"/>
                <a:gd name="T67" fmla="*/ 907 h 921"/>
                <a:gd name="T68" fmla="*/ 181 w 2217"/>
                <a:gd name="T69" fmla="*/ 921 h 921"/>
                <a:gd name="T70" fmla="*/ 79 w 2217"/>
                <a:gd name="T71" fmla="*/ 890 h 921"/>
                <a:gd name="T72" fmla="*/ 13 w 2217"/>
                <a:gd name="T73" fmla="*/ 811 h 921"/>
                <a:gd name="T74" fmla="*/ 1 w 2217"/>
                <a:gd name="T75" fmla="*/ 712 h 921"/>
                <a:gd name="T76" fmla="*/ 32 w 2217"/>
                <a:gd name="T77" fmla="*/ 600 h 921"/>
                <a:gd name="T78" fmla="*/ 76 w 2217"/>
                <a:gd name="T79" fmla="*/ 458 h 921"/>
                <a:gd name="T80" fmla="*/ 114 w 2217"/>
                <a:gd name="T81" fmla="*/ 342 h 921"/>
                <a:gd name="T82" fmla="*/ 123 w 2217"/>
                <a:gd name="T83" fmla="*/ 313 h 921"/>
                <a:gd name="T84" fmla="*/ 134 w 2217"/>
                <a:gd name="T85" fmla="*/ 290 h 921"/>
                <a:gd name="T86" fmla="*/ 168 w 2217"/>
                <a:gd name="T87" fmla="*/ 252 h 921"/>
                <a:gd name="T88" fmla="*/ 195 w 2217"/>
                <a:gd name="T89" fmla="*/ 226 h 921"/>
                <a:gd name="T90" fmla="*/ 203 w 2217"/>
                <a:gd name="T91" fmla="*/ 221 h 921"/>
                <a:gd name="T92" fmla="*/ 213 w 2217"/>
                <a:gd name="T93" fmla="*/ 215 h 921"/>
                <a:gd name="T94" fmla="*/ 255 w 2217"/>
                <a:gd name="T95" fmla="*/ 197 h 921"/>
                <a:gd name="T96" fmla="*/ 336 w 2217"/>
                <a:gd name="T97" fmla="*/ 163 h 921"/>
                <a:gd name="T98" fmla="*/ 414 w 2217"/>
                <a:gd name="T99" fmla="*/ 131 h 921"/>
                <a:gd name="T100" fmla="*/ 461 w 2217"/>
                <a:gd name="T101" fmla="*/ 111 h 921"/>
                <a:gd name="T102" fmla="*/ 656 w 2217"/>
                <a:gd name="T103" fmla="*/ 35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17" h="921">
                  <a:moveTo>
                    <a:pt x="756" y="0"/>
                  </a:moveTo>
                  <a:lnTo>
                    <a:pt x="760" y="17"/>
                  </a:lnTo>
                  <a:lnTo>
                    <a:pt x="768" y="41"/>
                  </a:lnTo>
                  <a:lnTo>
                    <a:pt x="777" y="73"/>
                  </a:lnTo>
                  <a:lnTo>
                    <a:pt x="789" y="110"/>
                  </a:lnTo>
                  <a:lnTo>
                    <a:pt x="803" y="153"/>
                  </a:lnTo>
                  <a:lnTo>
                    <a:pt x="817" y="197"/>
                  </a:lnTo>
                  <a:lnTo>
                    <a:pt x="834" y="244"/>
                  </a:lnTo>
                  <a:lnTo>
                    <a:pt x="850" y="293"/>
                  </a:lnTo>
                  <a:lnTo>
                    <a:pt x="867" y="343"/>
                  </a:lnTo>
                  <a:lnTo>
                    <a:pt x="884" y="392"/>
                  </a:lnTo>
                  <a:lnTo>
                    <a:pt x="899" y="440"/>
                  </a:lnTo>
                  <a:lnTo>
                    <a:pt x="915" y="484"/>
                  </a:lnTo>
                  <a:lnTo>
                    <a:pt x="930" y="525"/>
                  </a:lnTo>
                  <a:lnTo>
                    <a:pt x="942" y="562"/>
                  </a:lnTo>
                  <a:lnTo>
                    <a:pt x="953" y="592"/>
                  </a:lnTo>
                  <a:lnTo>
                    <a:pt x="962" y="615"/>
                  </a:lnTo>
                  <a:lnTo>
                    <a:pt x="968" y="632"/>
                  </a:lnTo>
                  <a:lnTo>
                    <a:pt x="989" y="177"/>
                  </a:lnTo>
                  <a:lnTo>
                    <a:pt x="980" y="160"/>
                  </a:lnTo>
                  <a:lnTo>
                    <a:pt x="971" y="142"/>
                  </a:lnTo>
                  <a:lnTo>
                    <a:pt x="902" y="6"/>
                  </a:lnTo>
                  <a:lnTo>
                    <a:pt x="936" y="27"/>
                  </a:lnTo>
                  <a:lnTo>
                    <a:pt x="973" y="46"/>
                  </a:lnTo>
                  <a:lnTo>
                    <a:pt x="1014" y="59"/>
                  </a:lnTo>
                  <a:lnTo>
                    <a:pt x="1058" y="69"/>
                  </a:lnTo>
                  <a:lnTo>
                    <a:pt x="1105" y="70"/>
                  </a:lnTo>
                  <a:lnTo>
                    <a:pt x="1154" y="67"/>
                  </a:lnTo>
                  <a:lnTo>
                    <a:pt x="1200" y="59"/>
                  </a:lnTo>
                  <a:lnTo>
                    <a:pt x="1243" y="44"/>
                  </a:lnTo>
                  <a:lnTo>
                    <a:pt x="1280" y="26"/>
                  </a:lnTo>
                  <a:lnTo>
                    <a:pt x="1313" y="3"/>
                  </a:lnTo>
                  <a:lnTo>
                    <a:pt x="1243" y="142"/>
                  </a:lnTo>
                  <a:lnTo>
                    <a:pt x="1234" y="160"/>
                  </a:lnTo>
                  <a:lnTo>
                    <a:pt x="1225" y="177"/>
                  </a:lnTo>
                  <a:lnTo>
                    <a:pt x="1246" y="632"/>
                  </a:lnTo>
                  <a:lnTo>
                    <a:pt x="1252" y="617"/>
                  </a:lnTo>
                  <a:lnTo>
                    <a:pt x="1260" y="592"/>
                  </a:lnTo>
                  <a:lnTo>
                    <a:pt x="1272" y="562"/>
                  </a:lnTo>
                  <a:lnTo>
                    <a:pt x="1284" y="525"/>
                  </a:lnTo>
                  <a:lnTo>
                    <a:pt x="1298" y="484"/>
                  </a:lnTo>
                  <a:lnTo>
                    <a:pt x="1313" y="440"/>
                  </a:lnTo>
                  <a:lnTo>
                    <a:pt x="1330" y="392"/>
                  </a:lnTo>
                  <a:lnTo>
                    <a:pt x="1347" y="343"/>
                  </a:lnTo>
                  <a:lnTo>
                    <a:pt x="1364" y="293"/>
                  </a:lnTo>
                  <a:lnTo>
                    <a:pt x="1380" y="244"/>
                  </a:lnTo>
                  <a:lnTo>
                    <a:pt x="1396" y="197"/>
                  </a:lnTo>
                  <a:lnTo>
                    <a:pt x="1411" y="153"/>
                  </a:lnTo>
                  <a:lnTo>
                    <a:pt x="1425" y="110"/>
                  </a:lnTo>
                  <a:lnTo>
                    <a:pt x="1437" y="73"/>
                  </a:lnTo>
                  <a:lnTo>
                    <a:pt x="1446" y="43"/>
                  </a:lnTo>
                  <a:lnTo>
                    <a:pt x="1454" y="18"/>
                  </a:lnTo>
                  <a:lnTo>
                    <a:pt x="1458" y="0"/>
                  </a:lnTo>
                  <a:lnTo>
                    <a:pt x="1557" y="35"/>
                  </a:lnTo>
                  <a:lnTo>
                    <a:pt x="1654" y="72"/>
                  </a:lnTo>
                  <a:lnTo>
                    <a:pt x="1748" y="111"/>
                  </a:lnTo>
                  <a:lnTo>
                    <a:pt x="1753" y="113"/>
                  </a:lnTo>
                  <a:lnTo>
                    <a:pt x="1764" y="117"/>
                  </a:lnTo>
                  <a:lnTo>
                    <a:pt x="1779" y="124"/>
                  </a:lnTo>
                  <a:lnTo>
                    <a:pt x="1800" y="131"/>
                  </a:lnTo>
                  <a:lnTo>
                    <a:pt x="1825" y="142"/>
                  </a:lnTo>
                  <a:lnTo>
                    <a:pt x="1851" y="153"/>
                  </a:lnTo>
                  <a:lnTo>
                    <a:pt x="1878" y="163"/>
                  </a:lnTo>
                  <a:lnTo>
                    <a:pt x="1906" y="175"/>
                  </a:lnTo>
                  <a:lnTo>
                    <a:pt x="1933" y="186"/>
                  </a:lnTo>
                  <a:lnTo>
                    <a:pt x="1959" y="198"/>
                  </a:lnTo>
                  <a:lnTo>
                    <a:pt x="1981" y="208"/>
                  </a:lnTo>
                  <a:lnTo>
                    <a:pt x="1997" y="215"/>
                  </a:lnTo>
                  <a:lnTo>
                    <a:pt x="1999" y="217"/>
                  </a:lnTo>
                  <a:lnTo>
                    <a:pt x="2002" y="217"/>
                  </a:lnTo>
                  <a:lnTo>
                    <a:pt x="2005" y="220"/>
                  </a:lnTo>
                  <a:lnTo>
                    <a:pt x="2010" y="221"/>
                  </a:lnTo>
                  <a:lnTo>
                    <a:pt x="2013" y="223"/>
                  </a:lnTo>
                  <a:lnTo>
                    <a:pt x="2014" y="224"/>
                  </a:lnTo>
                  <a:lnTo>
                    <a:pt x="2016" y="224"/>
                  </a:lnTo>
                  <a:lnTo>
                    <a:pt x="2028" y="234"/>
                  </a:lnTo>
                  <a:lnTo>
                    <a:pt x="2040" y="244"/>
                  </a:lnTo>
                  <a:lnTo>
                    <a:pt x="2051" y="258"/>
                  </a:lnTo>
                  <a:lnTo>
                    <a:pt x="2063" y="272"/>
                  </a:lnTo>
                  <a:lnTo>
                    <a:pt x="2072" y="284"/>
                  </a:lnTo>
                  <a:lnTo>
                    <a:pt x="2080" y="295"/>
                  </a:lnTo>
                  <a:lnTo>
                    <a:pt x="2084" y="302"/>
                  </a:lnTo>
                  <a:lnTo>
                    <a:pt x="2087" y="304"/>
                  </a:lnTo>
                  <a:lnTo>
                    <a:pt x="2095" y="324"/>
                  </a:lnTo>
                  <a:lnTo>
                    <a:pt x="2100" y="343"/>
                  </a:lnTo>
                  <a:lnTo>
                    <a:pt x="2110" y="376"/>
                  </a:lnTo>
                  <a:lnTo>
                    <a:pt x="2124" y="415"/>
                  </a:lnTo>
                  <a:lnTo>
                    <a:pt x="2138" y="460"/>
                  </a:lnTo>
                  <a:lnTo>
                    <a:pt x="2153" y="507"/>
                  </a:lnTo>
                  <a:lnTo>
                    <a:pt x="2168" y="554"/>
                  </a:lnTo>
                  <a:lnTo>
                    <a:pt x="2182" y="602"/>
                  </a:lnTo>
                  <a:lnTo>
                    <a:pt x="2194" y="644"/>
                  </a:lnTo>
                  <a:lnTo>
                    <a:pt x="2205" y="683"/>
                  </a:lnTo>
                  <a:lnTo>
                    <a:pt x="2213" y="713"/>
                  </a:lnTo>
                  <a:lnTo>
                    <a:pt x="2214" y="727"/>
                  </a:lnTo>
                  <a:lnTo>
                    <a:pt x="2217" y="739"/>
                  </a:lnTo>
                  <a:lnTo>
                    <a:pt x="2214" y="776"/>
                  </a:lnTo>
                  <a:lnTo>
                    <a:pt x="2204" y="811"/>
                  </a:lnTo>
                  <a:lnTo>
                    <a:pt x="2187" y="841"/>
                  </a:lnTo>
                  <a:lnTo>
                    <a:pt x="2164" y="867"/>
                  </a:lnTo>
                  <a:lnTo>
                    <a:pt x="2138" y="890"/>
                  </a:lnTo>
                  <a:lnTo>
                    <a:pt x="2107" y="907"/>
                  </a:lnTo>
                  <a:lnTo>
                    <a:pt x="2072" y="918"/>
                  </a:lnTo>
                  <a:lnTo>
                    <a:pt x="2036" y="921"/>
                  </a:lnTo>
                  <a:lnTo>
                    <a:pt x="181" y="921"/>
                  </a:lnTo>
                  <a:lnTo>
                    <a:pt x="145" y="918"/>
                  </a:lnTo>
                  <a:lnTo>
                    <a:pt x="110" y="907"/>
                  </a:lnTo>
                  <a:lnTo>
                    <a:pt x="79" y="890"/>
                  </a:lnTo>
                  <a:lnTo>
                    <a:pt x="53" y="867"/>
                  </a:lnTo>
                  <a:lnTo>
                    <a:pt x="30" y="841"/>
                  </a:lnTo>
                  <a:lnTo>
                    <a:pt x="13" y="811"/>
                  </a:lnTo>
                  <a:lnTo>
                    <a:pt x="3" y="776"/>
                  </a:lnTo>
                  <a:lnTo>
                    <a:pt x="0" y="739"/>
                  </a:lnTo>
                  <a:lnTo>
                    <a:pt x="1" y="712"/>
                  </a:lnTo>
                  <a:lnTo>
                    <a:pt x="9" y="683"/>
                  </a:lnTo>
                  <a:lnTo>
                    <a:pt x="20" y="643"/>
                  </a:lnTo>
                  <a:lnTo>
                    <a:pt x="32" y="600"/>
                  </a:lnTo>
                  <a:lnTo>
                    <a:pt x="45" y="553"/>
                  </a:lnTo>
                  <a:lnTo>
                    <a:pt x="61" y="505"/>
                  </a:lnTo>
                  <a:lnTo>
                    <a:pt x="76" y="458"/>
                  </a:lnTo>
                  <a:lnTo>
                    <a:pt x="90" y="414"/>
                  </a:lnTo>
                  <a:lnTo>
                    <a:pt x="104" y="374"/>
                  </a:lnTo>
                  <a:lnTo>
                    <a:pt x="114" y="342"/>
                  </a:lnTo>
                  <a:lnTo>
                    <a:pt x="116" y="333"/>
                  </a:lnTo>
                  <a:lnTo>
                    <a:pt x="119" y="322"/>
                  </a:lnTo>
                  <a:lnTo>
                    <a:pt x="123" y="313"/>
                  </a:lnTo>
                  <a:lnTo>
                    <a:pt x="125" y="305"/>
                  </a:lnTo>
                  <a:lnTo>
                    <a:pt x="126" y="304"/>
                  </a:lnTo>
                  <a:lnTo>
                    <a:pt x="134" y="290"/>
                  </a:lnTo>
                  <a:lnTo>
                    <a:pt x="145" y="276"/>
                  </a:lnTo>
                  <a:lnTo>
                    <a:pt x="155" y="264"/>
                  </a:lnTo>
                  <a:lnTo>
                    <a:pt x="168" y="252"/>
                  </a:lnTo>
                  <a:lnTo>
                    <a:pt x="180" y="240"/>
                  </a:lnTo>
                  <a:lnTo>
                    <a:pt x="189" y="232"/>
                  </a:lnTo>
                  <a:lnTo>
                    <a:pt x="195" y="226"/>
                  </a:lnTo>
                  <a:lnTo>
                    <a:pt x="198" y="224"/>
                  </a:lnTo>
                  <a:lnTo>
                    <a:pt x="200" y="223"/>
                  </a:lnTo>
                  <a:lnTo>
                    <a:pt x="203" y="221"/>
                  </a:lnTo>
                  <a:lnTo>
                    <a:pt x="207" y="220"/>
                  </a:lnTo>
                  <a:lnTo>
                    <a:pt x="210" y="217"/>
                  </a:lnTo>
                  <a:lnTo>
                    <a:pt x="213" y="215"/>
                  </a:lnTo>
                  <a:lnTo>
                    <a:pt x="215" y="215"/>
                  </a:lnTo>
                  <a:lnTo>
                    <a:pt x="233" y="206"/>
                  </a:lnTo>
                  <a:lnTo>
                    <a:pt x="255" y="197"/>
                  </a:lnTo>
                  <a:lnTo>
                    <a:pt x="281" y="186"/>
                  </a:lnTo>
                  <a:lnTo>
                    <a:pt x="307" y="175"/>
                  </a:lnTo>
                  <a:lnTo>
                    <a:pt x="336" y="163"/>
                  </a:lnTo>
                  <a:lnTo>
                    <a:pt x="363" y="151"/>
                  </a:lnTo>
                  <a:lnTo>
                    <a:pt x="389" y="140"/>
                  </a:lnTo>
                  <a:lnTo>
                    <a:pt x="414" y="131"/>
                  </a:lnTo>
                  <a:lnTo>
                    <a:pt x="435" y="122"/>
                  </a:lnTo>
                  <a:lnTo>
                    <a:pt x="450" y="116"/>
                  </a:lnTo>
                  <a:lnTo>
                    <a:pt x="461" y="111"/>
                  </a:lnTo>
                  <a:lnTo>
                    <a:pt x="464" y="110"/>
                  </a:lnTo>
                  <a:lnTo>
                    <a:pt x="560" y="72"/>
                  </a:lnTo>
                  <a:lnTo>
                    <a:pt x="656" y="35"/>
                  </a:lnTo>
                  <a:lnTo>
                    <a:pt x="75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chemeClr val="bg2">
                    <a:lumMod val="10000"/>
                  </a:schemeClr>
                </a:solidFill>
                <a:effectLst/>
                <a:uLnTx/>
                <a:uFillTx/>
                <a:cs typeface="B Titr" panose="00000700000000000000" pitchFamily="2" charset="-78"/>
              </a:endParaRPr>
            </a:p>
          </p:txBody>
        </p:sp>
        <p:sp>
          <p:nvSpPr>
            <p:cNvPr id="29" name="Freeform 19"/>
            <p:cNvSpPr>
              <a:spLocks/>
            </p:cNvSpPr>
            <p:nvPr/>
          </p:nvSpPr>
          <p:spPr bwMode="auto">
            <a:xfrm>
              <a:off x="2540000" y="393700"/>
              <a:ext cx="1839913" cy="2227263"/>
            </a:xfrm>
            <a:custGeom>
              <a:avLst/>
              <a:gdLst>
                <a:gd name="T0" fmla="*/ 589 w 1159"/>
                <a:gd name="T1" fmla="*/ 0 h 1403"/>
                <a:gd name="T2" fmla="*/ 714 w 1159"/>
                <a:gd name="T3" fmla="*/ 16 h 1403"/>
                <a:gd name="T4" fmla="*/ 827 w 1159"/>
                <a:gd name="T5" fmla="*/ 64 h 1403"/>
                <a:gd name="T6" fmla="*/ 922 w 1159"/>
                <a:gd name="T7" fmla="*/ 137 h 1403"/>
                <a:gd name="T8" fmla="*/ 995 w 1159"/>
                <a:gd name="T9" fmla="*/ 232 h 1403"/>
                <a:gd name="T10" fmla="*/ 1043 w 1159"/>
                <a:gd name="T11" fmla="*/ 345 h 1403"/>
                <a:gd name="T12" fmla="*/ 1060 w 1159"/>
                <a:gd name="T13" fmla="*/ 469 h 1403"/>
                <a:gd name="T14" fmla="*/ 1058 w 1159"/>
                <a:gd name="T15" fmla="*/ 510 h 1403"/>
                <a:gd name="T16" fmla="*/ 1055 w 1159"/>
                <a:gd name="T17" fmla="*/ 569 h 1403"/>
                <a:gd name="T18" fmla="*/ 1053 w 1159"/>
                <a:gd name="T19" fmla="*/ 626 h 1403"/>
                <a:gd name="T20" fmla="*/ 1058 w 1159"/>
                <a:gd name="T21" fmla="*/ 644 h 1403"/>
                <a:gd name="T22" fmla="*/ 1076 w 1159"/>
                <a:gd name="T23" fmla="*/ 643 h 1403"/>
                <a:gd name="T24" fmla="*/ 1101 w 1159"/>
                <a:gd name="T25" fmla="*/ 644 h 1403"/>
                <a:gd name="T26" fmla="*/ 1127 w 1159"/>
                <a:gd name="T27" fmla="*/ 653 h 1403"/>
                <a:gd name="T28" fmla="*/ 1148 w 1159"/>
                <a:gd name="T29" fmla="*/ 676 h 1403"/>
                <a:gd name="T30" fmla="*/ 1159 w 1159"/>
                <a:gd name="T31" fmla="*/ 716 h 1403"/>
                <a:gd name="T32" fmla="*/ 1153 w 1159"/>
                <a:gd name="T33" fmla="*/ 797 h 1403"/>
                <a:gd name="T34" fmla="*/ 1134 w 1159"/>
                <a:gd name="T35" fmla="*/ 876 h 1403"/>
                <a:gd name="T36" fmla="*/ 1111 w 1159"/>
                <a:gd name="T37" fmla="*/ 927 h 1403"/>
                <a:gd name="T38" fmla="*/ 1087 w 1159"/>
                <a:gd name="T39" fmla="*/ 953 h 1403"/>
                <a:gd name="T40" fmla="*/ 1063 w 1159"/>
                <a:gd name="T41" fmla="*/ 963 h 1403"/>
                <a:gd name="T42" fmla="*/ 1044 w 1159"/>
                <a:gd name="T43" fmla="*/ 965 h 1403"/>
                <a:gd name="T44" fmla="*/ 1032 w 1159"/>
                <a:gd name="T45" fmla="*/ 962 h 1403"/>
                <a:gd name="T46" fmla="*/ 1006 w 1159"/>
                <a:gd name="T47" fmla="*/ 1026 h 1403"/>
                <a:gd name="T48" fmla="*/ 953 w 1159"/>
                <a:gd name="T49" fmla="*/ 1138 h 1403"/>
                <a:gd name="T50" fmla="*/ 890 w 1159"/>
                <a:gd name="T51" fmla="*/ 1226 h 1403"/>
                <a:gd name="T52" fmla="*/ 824 w 1159"/>
                <a:gd name="T53" fmla="*/ 1292 h 1403"/>
                <a:gd name="T54" fmla="*/ 739 w 1159"/>
                <a:gd name="T55" fmla="*/ 1351 h 1403"/>
                <a:gd name="T56" fmla="*/ 664 w 1159"/>
                <a:gd name="T57" fmla="*/ 1385 h 1403"/>
                <a:gd name="T58" fmla="*/ 610 w 1159"/>
                <a:gd name="T59" fmla="*/ 1400 h 1403"/>
                <a:gd name="T60" fmla="*/ 589 w 1159"/>
                <a:gd name="T61" fmla="*/ 1403 h 1403"/>
                <a:gd name="T62" fmla="*/ 565 w 1159"/>
                <a:gd name="T63" fmla="*/ 1402 h 1403"/>
                <a:gd name="T64" fmla="*/ 526 w 1159"/>
                <a:gd name="T65" fmla="*/ 1394 h 1403"/>
                <a:gd name="T66" fmla="*/ 461 w 1159"/>
                <a:gd name="T67" fmla="*/ 1370 h 1403"/>
                <a:gd name="T68" fmla="*/ 378 w 1159"/>
                <a:gd name="T69" fmla="*/ 1324 h 1403"/>
                <a:gd name="T70" fmla="*/ 300 w 1159"/>
                <a:gd name="T71" fmla="*/ 1260 h 1403"/>
                <a:gd name="T72" fmla="*/ 238 w 1159"/>
                <a:gd name="T73" fmla="*/ 1183 h 1403"/>
                <a:gd name="T74" fmla="*/ 178 w 1159"/>
                <a:gd name="T75" fmla="*/ 1086 h 1403"/>
                <a:gd name="T76" fmla="*/ 129 w 1159"/>
                <a:gd name="T77" fmla="*/ 960 h 1403"/>
                <a:gd name="T78" fmla="*/ 123 w 1159"/>
                <a:gd name="T79" fmla="*/ 963 h 1403"/>
                <a:gd name="T80" fmla="*/ 106 w 1159"/>
                <a:gd name="T81" fmla="*/ 965 h 1403"/>
                <a:gd name="T82" fmla="*/ 85 w 1159"/>
                <a:gd name="T83" fmla="*/ 960 h 1403"/>
                <a:gd name="T84" fmla="*/ 61 w 1159"/>
                <a:gd name="T85" fmla="*/ 942 h 1403"/>
                <a:gd name="T86" fmla="*/ 36 w 1159"/>
                <a:gd name="T87" fmla="*/ 904 h 1403"/>
                <a:gd name="T88" fmla="*/ 15 w 1159"/>
                <a:gd name="T89" fmla="*/ 841 h 1403"/>
                <a:gd name="T90" fmla="*/ 1 w 1159"/>
                <a:gd name="T91" fmla="*/ 745 h 1403"/>
                <a:gd name="T92" fmla="*/ 4 w 1159"/>
                <a:gd name="T93" fmla="*/ 695 h 1403"/>
                <a:gd name="T94" fmla="*/ 21 w 1159"/>
                <a:gd name="T95" fmla="*/ 663 h 1403"/>
                <a:gd name="T96" fmla="*/ 45 w 1159"/>
                <a:gd name="T97" fmla="*/ 647 h 1403"/>
                <a:gd name="T98" fmla="*/ 71 w 1159"/>
                <a:gd name="T99" fmla="*/ 643 h 1403"/>
                <a:gd name="T100" fmla="*/ 93 w 1159"/>
                <a:gd name="T101" fmla="*/ 643 h 1403"/>
                <a:gd name="T102" fmla="*/ 106 w 1159"/>
                <a:gd name="T103" fmla="*/ 644 h 1403"/>
                <a:gd name="T104" fmla="*/ 105 w 1159"/>
                <a:gd name="T105" fmla="*/ 600 h 1403"/>
                <a:gd name="T106" fmla="*/ 102 w 1159"/>
                <a:gd name="T107" fmla="*/ 539 h 1403"/>
                <a:gd name="T108" fmla="*/ 100 w 1159"/>
                <a:gd name="T109" fmla="*/ 485 h 1403"/>
                <a:gd name="T110" fmla="*/ 103 w 1159"/>
                <a:gd name="T111" fmla="*/ 406 h 1403"/>
                <a:gd name="T112" fmla="*/ 137 w 1159"/>
                <a:gd name="T113" fmla="*/ 287 h 1403"/>
                <a:gd name="T114" fmla="*/ 198 w 1159"/>
                <a:gd name="T115" fmla="*/ 183 h 1403"/>
                <a:gd name="T116" fmla="*/ 282 w 1159"/>
                <a:gd name="T117" fmla="*/ 97 h 1403"/>
                <a:gd name="T118" fmla="*/ 386 w 1159"/>
                <a:gd name="T119" fmla="*/ 36 h 1403"/>
                <a:gd name="T120" fmla="*/ 505 w 1159"/>
                <a:gd name="T121" fmla="*/ 4 h 1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59" h="1403">
                  <a:moveTo>
                    <a:pt x="569" y="0"/>
                  </a:moveTo>
                  <a:lnTo>
                    <a:pt x="589" y="0"/>
                  </a:lnTo>
                  <a:lnTo>
                    <a:pt x="653" y="4"/>
                  </a:lnTo>
                  <a:lnTo>
                    <a:pt x="714" y="16"/>
                  </a:lnTo>
                  <a:lnTo>
                    <a:pt x="772" y="36"/>
                  </a:lnTo>
                  <a:lnTo>
                    <a:pt x="827" y="64"/>
                  </a:lnTo>
                  <a:lnTo>
                    <a:pt x="876" y="97"/>
                  </a:lnTo>
                  <a:lnTo>
                    <a:pt x="922" y="137"/>
                  </a:lnTo>
                  <a:lnTo>
                    <a:pt x="962" y="183"/>
                  </a:lnTo>
                  <a:lnTo>
                    <a:pt x="995" y="232"/>
                  </a:lnTo>
                  <a:lnTo>
                    <a:pt x="1023" y="287"/>
                  </a:lnTo>
                  <a:lnTo>
                    <a:pt x="1043" y="345"/>
                  </a:lnTo>
                  <a:lnTo>
                    <a:pt x="1055" y="406"/>
                  </a:lnTo>
                  <a:lnTo>
                    <a:pt x="1060" y="469"/>
                  </a:lnTo>
                  <a:lnTo>
                    <a:pt x="1060" y="485"/>
                  </a:lnTo>
                  <a:lnTo>
                    <a:pt x="1058" y="510"/>
                  </a:lnTo>
                  <a:lnTo>
                    <a:pt x="1056" y="539"/>
                  </a:lnTo>
                  <a:lnTo>
                    <a:pt x="1055" y="569"/>
                  </a:lnTo>
                  <a:lnTo>
                    <a:pt x="1055" y="600"/>
                  </a:lnTo>
                  <a:lnTo>
                    <a:pt x="1053" y="626"/>
                  </a:lnTo>
                  <a:lnTo>
                    <a:pt x="1053" y="644"/>
                  </a:lnTo>
                  <a:lnTo>
                    <a:pt x="1058" y="644"/>
                  </a:lnTo>
                  <a:lnTo>
                    <a:pt x="1066" y="643"/>
                  </a:lnTo>
                  <a:lnTo>
                    <a:pt x="1076" y="643"/>
                  </a:lnTo>
                  <a:lnTo>
                    <a:pt x="1089" y="643"/>
                  </a:lnTo>
                  <a:lnTo>
                    <a:pt x="1101" y="644"/>
                  </a:lnTo>
                  <a:lnTo>
                    <a:pt x="1114" y="647"/>
                  </a:lnTo>
                  <a:lnTo>
                    <a:pt x="1127" y="653"/>
                  </a:lnTo>
                  <a:lnTo>
                    <a:pt x="1139" y="663"/>
                  </a:lnTo>
                  <a:lnTo>
                    <a:pt x="1148" y="676"/>
                  </a:lnTo>
                  <a:lnTo>
                    <a:pt x="1156" y="695"/>
                  </a:lnTo>
                  <a:lnTo>
                    <a:pt x="1159" y="716"/>
                  </a:lnTo>
                  <a:lnTo>
                    <a:pt x="1159" y="745"/>
                  </a:lnTo>
                  <a:lnTo>
                    <a:pt x="1153" y="797"/>
                  </a:lnTo>
                  <a:lnTo>
                    <a:pt x="1144" y="841"/>
                  </a:lnTo>
                  <a:lnTo>
                    <a:pt x="1134" y="876"/>
                  </a:lnTo>
                  <a:lnTo>
                    <a:pt x="1124" y="905"/>
                  </a:lnTo>
                  <a:lnTo>
                    <a:pt x="1111" y="927"/>
                  </a:lnTo>
                  <a:lnTo>
                    <a:pt x="1099" y="942"/>
                  </a:lnTo>
                  <a:lnTo>
                    <a:pt x="1087" y="953"/>
                  </a:lnTo>
                  <a:lnTo>
                    <a:pt x="1075" y="960"/>
                  </a:lnTo>
                  <a:lnTo>
                    <a:pt x="1063" y="963"/>
                  </a:lnTo>
                  <a:lnTo>
                    <a:pt x="1053" y="965"/>
                  </a:lnTo>
                  <a:lnTo>
                    <a:pt x="1044" y="965"/>
                  </a:lnTo>
                  <a:lnTo>
                    <a:pt x="1037" y="963"/>
                  </a:lnTo>
                  <a:lnTo>
                    <a:pt x="1032" y="962"/>
                  </a:lnTo>
                  <a:lnTo>
                    <a:pt x="1030" y="960"/>
                  </a:lnTo>
                  <a:lnTo>
                    <a:pt x="1006" y="1026"/>
                  </a:lnTo>
                  <a:lnTo>
                    <a:pt x="980" y="1086"/>
                  </a:lnTo>
                  <a:lnTo>
                    <a:pt x="953" y="1138"/>
                  </a:lnTo>
                  <a:lnTo>
                    <a:pt x="922" y="1185"/>
                  </a:lnTo>
                  <a:lnTo>
                    <a:pt x="890" y="1226"/>
                  </a:lnTo>
                  <a:lnTo>
                    <a:pt x="858" y="1261"/>
                  </a:lnTo>
                  <a:lnTo>
                    <a:pt x="824" y="1292"/>
                  </a:lnTo>
                  <a:lnTo>
                    <a:pt x="780" y="1325"/>
                  </a:lnTo>
                  <a:lnTo>
                    <a:pt x="739" y="1351"/>
                  </a:lnTo>
                  <a:lnTo>
                    <a:pt x="699" y="1371"/>
                  </a:lnTo>
                  <a:lnTo>
                    <a:pt x="664" y="1385"/>
                  </a:lnTo>
                  <a:lnTo>
                    <a:pt x="633" y="1394"/>
                  </a:lnTo>
                  <a:lnTo>
                    <a:pt x="610" y="1400"/>
                  </a:lnTo>
                  <a:lnTo>
                    <a:pt x="595" y="1402"/>
                  </a:lnTo>
                  <a:lnTo>
                    <a:pt x="589" y="1403"/>
                  </a:lnTo>
                  <a:lnTo>
                    <a:pt x="571" y="1403"/>
                  </a:lnTo>
                  <a:lnTo>
                    <a:pt x="565" y="1402"/>
                  </a:lnTo>
                  <a:lnTo>
                    <a:pt x="549" y="1400"/>
                  </a:lnTo>
                  <a:lnTo>
                    <a:pt x="526" y="1394"/>
                  </a:lnTo>
                  <a:lnTo>
                    <a:pt x="496" y="1385"/>
                  </a:lnTo>
                  <a:lnTo>
                    <a:pt x="461" y="1370"/>
                  </a:lnTo>
                  <a:lnTo>
                    <a:pt x="421" y="1350"/>
                  </a:lnTo>
                  <a:lnTo>
                    <a:pt x="378" y="1324"/>
                  </a:lnTo>
                  <a:lnTo>
                    <a:pt x="334" y="1290"/>
                  </a:lnTo>
                  <a:lnTo>
                    <a:pt x="300" y="1260"/>
                  </a:lnTo>
                  <a:lnTo>
                    <a:pt x="268" y="1225"/>
                  </a:lnTo>
                  <a:lnTo>
                    <a:pt x="238" y="1183"/>
                  </a:lnTo>
                  <a:lnTo>
                    <a:pt x="207" y="1138"/>
                  </a:lnTo>
                  <a:lnTo>
                    <a:pt x="178" y="1086"/>
                  </a:lnTo>
                  <a:lnTo>
                    <a:pt x="152" y="1026"/>
                  </a:lnTo>
                  <a:lnTo>
                    <a:pt x="129" y="960"/>
                  </a:lnTo>
                  <a:lnTo>
                    <a:pt x="128" y="962"/>
                  </a:lnTo>
                  <a:lnTo>
                    <a:pt x="123" y="963"/>
                  </a:lnTo>
                  <a:lnTo>
                    <a:pt x="116" y="965"/>
                  </a:lnTo>
                  <a:lnTo>
                    <a:pt x="106" y="965"/>
                  </a:lnTo>
                  <a:lnTo>
                    <a:pt x="97" y="963"/>
                  </a:lnTo>
                  <a:lnTo>
                    <a:pt x="85" y="960"/>
                  </a:lnTo>
                  <a:lnTo>
                    <a:pt x="73" y="953"/>
                  </a:lnTo>
                  <a:lnTo>
                    <a:pt x="61" y="942"/>
                  </a:lnTo>
                  <a:lnTo>
                    <a:pt x="48" y="927"/>
                  </a:lnTo>
                  <a:lnTo>
                    <a:pt x="36" y="904"/>
                  </a:lnTo>
                  <a:lnTo>
                    <a:pt x="26" y="876"/>
                  </a:lnTo>
                  <a:lnTo>
                    <a:pt x="15" y="841"/>
                  </a:lnTo>
                  <a:lnTo>
                    <a:pt x="7" y="797"/>
                  </a:lnTo>
                  <a:lnTo>
                    <a:pt x="1" y="745"/>
                  </a:lnTo>
                  <a:lnTo>
                    <a:pt x="0" y="716"/>
                  </a:lnTo>
                  <a:lnTo>
                    <a:pt x="4" y="695"/>
                  </a:lnTo>
                  <a:lnTo>
                    <a:pt x="10" y="676"/>
                  </a:lnTo>
                  <a:lnTo>
                    <a:pt x="21" y="663"/>
                  </a:lnTo>
                  <a:lnTo>
                    <a:pt x="32" y="653"/>
                  </a:lnTo>
                  <a:lnTo>
                    <a:pt x="45" y="647"/>
                  </a:lnTo>
                  <a:lnTo>
                    <a:pt x="58" y="644"/>
                  </a:lnTo>
                  <a:lnTo>
                    <a:pt x="71" y="643"/>
                  </a:lnTo>
                  <a:lnTo>
                    <a:pt x="84" y="643"/>
                  </a:lnTo>
                  <a:lnTo>
                    <a:pt x="93" y="643"/>
                  </a:lnTo>
                  <a:lnTo>
                    <a:pt x="102" y="644"/>
                  </a:lnTo>
                  <a:lnTo>
                    <a:pt x="106" y="644"/>
                  </a:lnTo>
                  <a:lnTo>
                    <a:pt x="105" y="626"/>
                  </a:lnTo>
                  <a:lnTo>
                    <a:pt x="105" y="600"/>
                  </a:lnTo>
                  <a:lnTo>
                    <a:pt x="103" y="571"/>
                  </a:lnTo>
                  <a:lnTo>
                    <a:pt x="102" y="539"/>
                  </a:lnTo>
                  <a:lnTo>
                    <a:pt x="100" y="510"/>
                  </a:lnTo>
                  <a:lnTo>
                    <a:pt x="100" y="485"/>
                  </a:lnTo>
                  <a:lnTo>
                    <a:pt x="99" y="469"/>
                  </a:lnTo>
                  <a:lnTo>
                    <a:pt x="103" y="406"/>
                  </a:lnTo>
                  <a:lnTo>
                    <a:pt x="116" y="345"/>
                  </a:lnTo>
                  <a:lnTo>
                    <a:pt x="137" y="287"/>
                  </a:lnTo>
                  <a:lnTo>
                    <a:pt x="163" y="232"/>
                  </a:lnTo>
                  <a:lnTo>
                    <a:pt x="198" y="183"/>
                  </a:lnTo>
                  <a:lnTo>
                    <a:pt x="238" y="137"/>
                  </a:lnTo>
                  <a:lnTo>
                    <a:pt x="282" y="97"/>
                  </a:lnTo>
                  <a:lnTo>
                    <a:pt x="333" y="64"/>
                  </a:lnTo>
                  <a:lnTo>
                    <a:pt x="386" y="36"/>
                  </a:lnTo>
                  <a:lnTo>
                    <a:pt x="444" y="16"/>
                  </a:lnTo>
                  <a:lnTo>
                    <a:pt x="505" y="4"/>
                  </a:lnTo>
                  <a:lnTo>
                    <a:pt x="56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chemeClr val="bg2">
                    <a:lumMod val="10000"/>
                  </a:schemeClr>
                </a:solidFill>
                <a:effectLst/>
                <a:uLnTx/>
                <a:uFillTx/>
                <a:cs typeface="B Titr" panose="00000700000000000000" pitchFamily="2" charset="-78"/>
              </a:endParaRPr>
            </a:p>
          </p:txBody>
        </p:sp>
        <p:sp>
          <p:nvSpPr>
            <p:cNvPr id="32" name="Freeform 20"/>
            <p:cNvSpPr>
              <a:spLocks/>
            </p:cNvSpPr>
            <p:nvPr/>
          </p:nvSpPr>
          <p:spPr bwMode="auto">
            <a:xfrm>
              <a:off x="-534988" y="2446338"/>
              <a:ext cx="2786063" cy="1276350"/>
            </a:xfrm>
            <a:custGeom>
              <a:avLst/>
              <a:gdLst>
                <a:gd name="T0" fmla="*/ 670 w 1755"/>
                <a:gd name="T1" fmla="*/ 40 h 804"/>
                <a:gd name="T2" fmla="*/ 704 w 1755"/>
                <a:gd name="T3" fmla="*/ 144 h 804"/>
                <a:gd name="T4" fmla="*/ 748 w 1755"/>
                <a:gd name="T5" fmla="*/ 278 h 804"/>
                <a:gd name="T6" fmla="*/ 794 w 1755"/>
                <a:gd name="T7" fmla="*/ 410 h 804"/>
                <a:gd name="T8" fmla="*/ 831 w 1755"/>
                <a:gd name="T9" fmla="*/ 514 h 804"/>
                <a:gd name="T10" fmla="*/ 863 w 1755"/>
                <a:gd name="T11" fmla="*/ 153 h 804"/>
                <a:gd name="T12" fmla="*/ 788 w 1755"/>
                <a:gd name="T13" fmla="*/ 5 h 804"/>
                <a:gd name="T14" fmla="*/ 884 w 1755"/>
                <a:gd name="T15" fmla="*/ 52 h 804"/>
                <a:gd name="T16" fmla="*/ 1008 w 1755"/>
                <a:gd name="T17" fmla="*/ 58 h 804"/>
                <a:gd name="T18" fmla="*/ 1116 w 1755"/>
                <a:gd name="T19" fmla="*/ 22 h 804"/>
                <a:gd name="T20" fmla="*/ 1077 w 1755"/>
                <a:gd name="T21" fmla="*/ 139 h 804"/>
                <a:gd name="T22" fmla="*/ 1092 w 1755"/>
                <a:gd name="T23" fmla="*/ 536 h 804"/>
                <a:gd name="T24" fmla="*/ 1123 w 1755"/>
                <a:gd name="T25" fmla="*/ 449 h 804"/>
                <a:gd name="T26" fmla="*/ 1167 w 1755"/>
                <a:gd name="T27" fmla="*/ 323 h 804"/>
                <a:gd name="T28" fmla="*/ 1213 w 1755"/>
                <a:gd name="T29" fmla="*/ 187 h 804"/>
                <a:gd name="T30" fmla="*/ 1251 w 1755"/>
                <a:gd name="T31" fmla="*/ 69 h 804"/>
                <a:gd name="T32" fmla="*/ 1272 w 1755"/>
                <a:gd name="T33" fmla="*/ 0 h 804"/>
                <a:gd name="T34" fmla="*/ 1530 w 1755"/>
                <a:gd name="T35" fmla="*/ 98 h 804"/>
                <a:gd name="T36" fmla="*/ 1578 w 1755"/>
                <a:gd name="T37" fmla="*/ 118 h 804"/>
                <a:gd name="T38" fmla="*/ 1654 w 1755"/>
                <a:gd name="T39" fmla="*/ 149 h 804"/>
                <a:gd name="T40" fmla="*/ 1726 w 1755"/>
                <a:gd name="T41" fmla="*/ 179 h 804"/>
                <a:gd name="T42" fmla="*/ 1749 w 1755"/>
                <a:gd name="T43" fmla="*/ 190 h 804"/>
                <a:gd name="T44" fmla="*/ 1721 w 1755"/>
                <a:gd name="T45" fmla="*/ 207 h 804"/>
                <a:gd name="T46" fmla="*/ 1616 w 1755"/>
                <a:gd name="T47" fmla="*/ 251 h 804"/>
                <a:gd name="T48" fmla="*/ 1553 w 1755"/>
                <a:gd name="T49" fmla="*/ 280 h 804"/>
                <a:gd name="T50" fmla="*/ 1527 w 1755"/>
                <a:gd name="T51" fmla="*/ 294 h 804"/>
                <a:gd name="T52" fmla="*/ 1521 w 1755"/>
                <a:gd name="T53" fmla="*/ 297 h 804"/>
                <a:gd name="T54" fmla="*/ 1481 w 1755"/>
                <a:gd name="T55" fmla="*/ 332 h 804"/>
                <a:gd name="T56" fmla="*/ 1417 w 1755"/>
                <a:gd name="T57" fmla="*/ 405 h 804"/>
                <a:gd name="T58" fmla="*/ 1397 w 1755"/>
                <a:gd name="T59" fmla="*/ 443 h 804"/>
                <a:gd name="T60" fmla="*/ 1381 w 1755"/>
                <a:gd name="T61" fmla="*/ 495 h 804"/>
                <a:gd name="T62" fmla="*/ 1332 w 1755"/>
                <a:gd name="T63" fmla="*/ 643 h 804"/>
                <a:gd name="T64" fmla="*/ 1284 w 1755"/>
                <a:gd name="T65" fmla="*/ 804 h 804"/>
                <a:gd name="T66" fmla="*/ 89 w 1755"/>
                <a:gd name="T67" fmla="*/ 787 h 804"/>
                <a:gd name="T68" fmla="*/ 17 w 1755"/>
                <a:gd name="T69" fmla="*/ 715 h 804"/>
                <a:gd name="T70" fmla="*/ 0 w 1755"/>
                <a:gd name="T71" fmla="*/ 633 h 804"/>
                <a:gd name="T72" fmla="*/ 17 w 1755"/>
                <a:gd name="T73" fmla="*/ 561 h 804"/>
                <a:gd name="T74" fmla="*/ 53 w 1755"/>
                <a:gd name="T75" fmla="*/ 440 h 804"/>
                <a:gd name="T76" fmla="*/ 90 w 1755"/>
                <a:gd name="T77" fmla="*/ 327 h 804"/>
                <a:gd name="T78" fmla="*/ 110 w 1755"/>
                <a:gd name="T79" fmla="*/ 265 h 804"/>
                <a:gd name="T80" fmla="*/ 148 w 1755"/>
                <a:gd name="T81" fmla="*/ 214 h 804"/>
                <a:gd name="T82" fmla="*/ 179 w 1755"/>
                <a:gd name="T83" fmla="*/ 193 h 804"/>
                <a:gd name="T84" fmla="*/ 189 w 1755"/>
                <a:gd name="T85" fmla="*/ 188 h 804"/>
                <a:gd name="T86" fmla="*/ 252 w 1755"/>
                <a:gd name="T87" fmla="*/ 161 h 804"/>
                <a:gd name="T88" fmla="*/ 330 w 1755"/>
                <a:gd name="T89" fmla="*/ 127 h 804"/>
                <a:gd name="T90" fmla="*/ 391 w 1755"/>
                <a:gd name="T91" fmla="*/ 103 h 804"/>
                <a:gd name="T92" fmla="*/ 489 w 1755"/>
                <a:gd name="T93" fmla="*/ 63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55" h="804">
                  <a:moveTo>
                    <a:pt x="660" y="0"/>
                  </a:moveTo>
                  <a:lnTo>
                    <a:pt x="663" y="16"/>
                  </a:lnTo>
                  <a:lnTo>
                    <a:pt x="670" y="40"/>
                  </a:lnTo>
                  <a:lnTo>
                    <a:pt x="680" y="69"/>
                  </a:lnTo>
                  <a:lnTo>
                    <a:pt x="692" y="106"/>
                  </a:lnTo>
                  <a:lnTo>
                    <a:pt x="704" y="144"/>
                  </a:lnTo>
                  <a:lnTo>
                    <a:pt x="719" y="187"/>
                  </a:lnTo>
                  <a:lnTo>
                    <a:pt x="733" y="233"/>
                  </a:lnTo>
                  <a:lnTo>
                    <a:pt x="748" y="278"/>
                  </a:lnTo>
                  <a:lnTo>
                    <a:pt x="765" y="323"/>
                  </a:lnTo>
                  <a:lnTo>
                    <a:pt x="780" y="368"/>
                  </a:lnTo>
                  <a:lnTo>
                    <a:pt x="794" y="410"/>
                  </a:lnTo>
                  <a:lnTo>
                    <a:pt x="808" y="449"/>
                  </a:lnTo>
                  <a:lnTo>
                    <a:pt x="820" y="485"/>
                  </a:lnTo>
                  <a:lnTo>
                    <a:pt x="831" y="514"/>
                  </a:lnTo>
                  <a:lnTo>
                    <a:pt x="838" y="536"/>
                  </a:lnTo>
                  <a:lnTo>
                    <a:pt x="845" y="552"/>
                  </a:lnTo>
                  <a:lnTo>
                    <a:pt x="863" y="153"/>
                  </a:lnTo>
                  <a:lnTo>
                    <a:pt x="855" y="139"/>
                  </a:lnTo>
                  <a:lnTo>
                    <a:pt x="848" y="124"/>
                  </a:lnTo>
                  <a:lnTo>
                    <a:pt x="788" y="5"/>
                  </a:lnTo>
                  <a:lnTo>
                    <a:pt x="816" y="25"/>
                  </a:lnTo>
                  <a:lnTo>
                    <a:pt x="849" y="40"/>
                  </a:lnTo>
                  <a:lnTo>
                    <a:pt x="884" y="52"/>
                  </a:lnTo>
                  <a:lnTo>
                    <a:pt x="924" y="58"/>
                  </a:lnTo>
                  <a:lnTo>
                    <a:pt x="965" y="61"/>
                  </a:lnTo>
                  <a:lnTo>
                    <a:pt x="1008" y="58"/>
                  </a:lnTo>
                  <a:lnTo>
                    <a:pt x="1048" y="51"/>
                  </a:lnTo>
                  <a:lnTo>
                    <a:pt x="1084" y="39"/>
                  </a:lnTo>
                  <a:lnTo>
                    <a:pt x="1116" y="22"/>
                  </a:lnTo>
                  <a:lnTo>
                    <a:pt x="1145" y="2"/>
                  </a:lnTo>
                  <a:lnTo>
                    <a:pt x="1083" y="124"/>
                  </a:lnTo>
                  <a:lnTo>
                    <a:pt x="1077" y="139"/>
                  </a:lnTo>
                  <a:lnTo>
                    <a:pt x="1068" y="153"/>
                  </a:lnTo>
                  <a:lnTo>
                    <a:pt x="1087" y="552"/>
                  </a:lnTo>
                  <a:lnTo>
                    <a:pt x="1092" y="536"/>
                  </a:lnTo>
                  <a:lnTo>
                    <a:pt x="1101" y="514"/>
                  </a:lnTo>
                  <a:lnTo>
                    <a:pt x="1110" y="483"/>
                  </a:lnTo>
                  <a:lnTo>
                    <a:pt x="1123" y="449"/>
                  </a:lnTo>
                  <a:lnTo>
                    <a:pt x="1136" y="410"/>
                  </a:lnTo>
                  <a:lnTo>
                    <a:pt x="1152" y="367"/>
                  </a:lnTo>
                  <a:lnTo>
                    <a:pt x="1167" y="323"/>
                  </a:lnTo>
                  <a:lnTo>
                    <a:pt x="1182" y="277"/>
                  </a:lnTo>
                  <a:lnTo>
                    <a:pt x="1197" y="233"/>
                  </a:lnTo>
                  <a:lnTo>
                    <a:pt x="1213" y="187"/>
                  </a:lnTo>
                  <a:lnTo>
                    <a:pt x="1226" y="144"/>
                  </a:lnTo>
                  <a:lnTo>
                    <a:pt x="1240" y="106"/>
                  </a:lnTo>
                  <a:lnTo>
                    <a:pt x="1251" y="69"/>
                  </a:lnTo>
                  <a:lnTo>
                    <a:pt x="1262" y="40"/>
                  </a:lnTo>
                  <a:lnTo>
                    <a:pt x="1268" y="16"/>
                  </a:lnTo>
                  <a:lnTo>
                    <a:pt x="1272" y="0"/>
                  </a:lnTo>
                  <a:lnTo>
                    <a:pt x="1401" y="46"/>
                  </a:lnTo>
                  <a:lnTo>
                    <a:pt x="1526" y="97"/>
                  </a:lnTo>
                  <a:lnTo>
                    <a:pt x="1530" y="98"/>
                  </a:lnTo>
                  <a:lnTo>
                    <a:pt x="1541" y="103"/>
                  </a:lnTo>
                  <a:lnTo>
                    <a:pt x="1556" y="109"/>
                  </a:lnTo>
                  <a:lnTo>
                    <a:pt x="1578" y="118"/>
                  </a:lnTo>
                  <a:lnTo>
                    <a:pt x="1602" y="127"/>
                  </a:lnTo>
                  <a:lnTo>
                    <a:pt x="1628" y="138"/>
                  </a:lnTo>
                  <a:lnTo>
                    <a:pt x="1654" y="149"/>
                  </a:lnTo>
                  <a:lnTo>
                    <a:pt x="1680" y="161"/>
                  </a:lnTo>
                  <a:lnTo>
                    <a:pt x="1704" y="170"/>
                  </a:lnTo>
                  <a:lnTo>
                    <a:pt x="1726" y="179"/>
                  </a:lnTo>
                  <a:lnTo>
                    <a:pt x="1743" y="188"/>
                  </a:lnTo>
                  <a:lnTo>
                    <a:pt x="1746" y="188"/>
                  </a:lnTo>
                  <a:lnTo>
                    <a:pt x="1749" y="190"/>
                  </a:lnTo>
                  <a:lnTo>
                    <a:pt x="1752" y="191"/>
                  </a:lnTo>
                  <a:lnTo>
                    <a:pt x="1755" y="193"/>
                  </a:lnTo>
                  <a:lnTo>
                    <a:pt x="1721" y="207"/>
                  </a:lnTo>
                  <a:lnTo>
                    <a:pt x="1686" y="222"/>
                  </a:lnTo>
                  <a:lnTo>
                    <a:pt x="1651" y="237"/>
                  </a:lnTo>
                  <a:lnTo>
                    <a:pt x="1616" y="251"/>
                  </a:lnTo>
                  <a:lnTo>
                    <a:pt x="1585" y="265"/>
                  </a:lnTo>
                  <a:lnTo>
                    <a:pt x="1561" y="275"/>
                  </a:lnTo>
                  <a:lnTo>
                    <a:pt x="1553" y="280"/>
                  </a:lnTo>
                  <a:lnTo>
                    <a:pt x="1541" y="286"/>
                  </a:lnTo>
                  <a:lnTo>
                    <a:pt x="1529" y="294"/>
                  </a:lnTo>
                  <a:lnTo>
                    <a:pt x="1527" y="294"/>
                  </a:lnTo>
                  <a:lnTo>
                    <a:pt x="1526" y="295"/>
                  </a:lnTo>
                  <a:lnTo>
                    <a:pt x="1524" y="295"/>
                  </a:lnTo>
                  <a:lnTo>
                    <a:pt x="1521" y="297"/>
                  </a:lnTo>
                  <a:lnTo>
                    <a:pt x="1507" y="307"/>
                  </a:lnTo>
                  <a:lnTo>
                    <a:pt x="1494" y="321"/>
                  </a:lnTo>
                  <a:lnTo>
                    <a:pt x="1481" y="332"/>
                  </a:lnTo>
                  <a:lnTo>
                    <a:pt x="1472" y="339"/>
                  </a:lnTo>
                  <a:lnTo>
                    <a:pt x="1442" y="373"/>
                  </a:lnTo>
                  <a:lnTo>
                    <a:pt x="1417" y="405"/>
                  </a:lnTo>
                  <a:lnTo>
                    <a:pt x="1401" y="436"/>
                  </a:lnTo>
                  <a:lnTo>
                    <a:pt x="1399" y="439"/>
                  </a:lnTo>
                  <a:lnTo>
                    <a:pt x="1397" y="443"/>
                  </a:lnTo>
                  <a:lnTo>
                    <a:pt x="1391" y="457"/>
                  </a:lnTo>
                  <a:lnTo>
                    <a:pt x="1385" y="475"/>
                  </a:lnTo>
                  <a:lnTo>
                    <a:pt x="1381" y="495"/>
                  </a:lnTo>
                  <a:lnTo>
                    <a:pt x="1365" y="540"/>
                  </a:lnTo>
                  <a:lnTo>
                    <a:pt x="1350" y="590"/>
                  </a:lnTo>
                  <a:lnTo>
                    <a:pt x="1332" y="643"/>
                  </a:lnTo>
                  <a:lnTo>
                    <a:pt x="1315" y="698"/>
                  </a:lnTo>
                  <a:lnTo>
                    <a:pt x="1298" y="753"/>
                  </a:lnTo>
                  <a:lnTo>
                    <a:pt x="1284" y="804"/>
                  </a:lnTo>
                  <a:lnTo>
                    <a:pt x="159" y="804"/>
                  </a:lnTo>
                  <a:lnTo>
                    <a:pt x="122" y="799"/>
                  </a:lnTo>
                  <a:lnTo>
                    <a:pt x="89" y="787"/>
                  </a:lnTo>
                  <a:lnTo>
                    <a:pt x="60" y="769"/>
                  </a:lnTo>
                  <a:lnTo>
                    <a:pt x="35" y="744"/>
                  </a:lnTo>
                  <a:lnTo>
                    <a:pt x="17" y="715"/>
                  </a:lnTo>
                  <a:lnTo>
                    <a:pt x="5" y="682"/>
                  </a:lnTo>
                  <a:lnTo>
                    <a:pt x="0" y="645"/>
                  </a:lnTo>
                  <a:lnTo>
                    <a:pt x="0" y="633"/>
                  </a:lnTo>
                  <a:lnTo>
                    <a:pt x="2" y="620"/>
                  </a:lnTo>
                  <a:lnTo>
                    <a:pt x="8" y="595"/>
                  </a:lnTo>
                  <a:lnTo>
                    <a:pt x="17" y="561"/>
                  </a:lnTo>
                  <a:lnTo>
                    <a:pt x="29" y="523"/>
                  </a:lnTo>
                  <a:lnTo>
                    <a:pt x="41" y="483"/>
                  </a:lnTo>
                  <a:lnTo>
                    <a:pt x="53" y="440"/>
                  </a:lnTo>
                  <a:lnTo>
                    <a:pt x="67" y="401"/>
                  </a:lnTo>
                  <a:lnTo>
                    <a:pt x="79" y="361"/>
                  </a:lnTo>
                  <a:lnTo>
                    <a:pt x="90" y="327"/>
                  </a:lnTo>
                  <a:lnTo>
                    <a:pt x="99" y="298"/>
                  </a:lnTo>
                  <a:lnTo>
                    <a:pt x="104" y="281"/>
                  </a:lnTo>
                  <a:lnTo>
                    <a:pt x="110" y="265"/>
                  </a:lnTo>
                  <a:lnTo>
                    <a:pt x="110" y="265"/>
                  </a:lnTo>
                  <a:lnTo>
                    <a:pt x="127" y="237"/>
                  </a:lnTo>
                  <a:lnTo>
                    <a:pt x="148" y="214"/>
                  </a:lnTo>
                  <a:lnTo>
                    <a:pt x="174" y="196"/>
                  </a:lnTo>
                  <a:lnTo>
                    <a:pt x="176" y="194"/>
                  </a:lnTo>
                  <a:lnTo>
                    <a:pt x="179" y="193"/>
                  </a:lnTo>
                  <a:lnTo>
                    <a:pt x="183" y="190"/>
                  </a:lnTo>
                  <a:lnTo>
                    <a:pt x="186" y="188"/>
                  </a:lnTo>
                  <a:lnTo>
                    <a:pt x="189" y="188"/>
                  </a:lnTo>
                  <a:lnTo>
                    <a:pt x="206" y="179"/>
                  </a:lnTo>
                  <a:lnTo>
                    <a:pt x="228" y="170"/>
                  </a:lnTo>
                  <a:lnTo>
                    <a:pt x="252" y="161"/>
                  </a:lnTo>
                  <a:lnTo>
                    <a:pt x="278" y="149"/>
                  </a:lnTo>
                  <a:lnTo>
                    <a:pt x="304" y="138"/>
                  </a:lnTo>
                  <a:lnTo>
                    <a:pt x="330" y="127"/>
                  </a:lnTo>
                  <a:lnTo>
                    <a:pt x="354" y="118"/>
                  </a:lnTo>
                  <a:lnTo>
                    <a:pt x="374" y="109"/>
                  </a:lnTo>
                  <a:lnTo>
                    <a:pt x="391" y="103"/>
                  </a:lnTo>
                  <a:lnTo>
                    <a:pt x="402" y="98"/>
                  </a:lnTo>
                  <a:lnTo>
                    <a:pt x="406" y="97"/>
                  </a:lnTo>
                  <a:lnTo>
                    <a:pt x="489" y="63"/>
                  </a:lnTo>
                  <a:lnTo>
                    <a:pt x="573" y="31"/>
                  </a:lnTo>
                  <a:lnTo>
                    <a:pt x="6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chemeClr val="bg2">
                    <a:lumMod val="10000"/>
                  </a:schemeClr>
                </a:solidFill>
                <a:effectLst/>
                <a:uLnTx/>
                <a:uFillTx/>
                <a:cs typeface="B Titr" panose="00000700000000000000" pitchFamily="2" charset="-78"/>
              </a:endParaRPr>
            </a:p>
          </p:txBody>
        </p:sp>
        <p:sp>
          <p:nvSpPr>
            <p:cNvPr id="33" name="Freeform 21"/>
            <p:cNvSpPr>
              <a:spLocks/>
            </p:cNvSpPr>
            <p:nvPr/>
          </p:nvSpPr>
          <p:spPr bwMode="auto">
            <a:xfrm>
              <a:off x="195262" y="385763"/>
              <a:ext cx="1601788" cy="1943100"/>
            </a:xfrm>
            <a:custGeom>
              <a:avLst/>
              <a:gdLst>
                <a:gd name="T0" fmla="*/ 514 w 1009"/>
                <a:gd name="T1" fmla="*/ 0 h 1224"/>
                <a:gd name="T2" fmla="*/ 632 w 1009"/>
                <a:gd name="T3" fmla="*/ 17 h 1224"/>
                <a:gd name="T4" fmla="*/ 737 w 1009"/>
                <a:gd name="T5" fmla="*/ 66 h 1224"/>
                <a:gd name="T6" fmla="*/ 823 w 1009"/>
                <a:gd name="T7" fmla="*/ 141 h 1224"/>
                <a:gd name="T8" fmla="*/ 886 w 1009"/>
                <a:gd name="T9" fmla="*/ 237 h 1224"/>
                <a:gd name="T10" fmla="*/ 919 w 1009"/>
                <a:gd name="T11" fmla="*/ 350 h 1224"/>
                <a:gd name="T12" fmla="*/ 924 w 1009"/>
                <a:gd name="T13" fmla="*/ 423 h 1224"/>
                <a:gd name="T14" fmla="*/ 921 w 1009"/>
                <a:gd name="T15" fmla="*/ 470 h 1224"/>
                <a:gd name="T16" fmla="*/ 919 w 1009"/>
                <a:gd name="T17" fmla="*/ 524 h 1224"/>
                <a:gd name="T18" fmla="*/ 918 w 1009"/>
                <a:gd name="T19" fmla="*/ 562 h 1224"/>
                <a:gd name="T20" fmla="*/ 930 w 1009"/>
                <a:gd name="T21" fmla="*/ 561 h 1224"/>
                <a:gd name="T22" fmla="*/ 953 w 1009"/>
                <a:gd name="T23" fmla="*/ 561 h 1224"/>
                <a:gd name="T24" fmla="*/ 977 w 1009"/>
                <a:gd name="T25" fmla="*/ 568 h 1224"/>
                <a:gd name="T26" fmla="*/ 999 w 1009"/>
                <a:gd name="T27" fmla="*/ 587 h 1224"/>
                <a:gd name="T28" fmla="*/ 1009 w 1009"/>
                <a:gd name="T29" fmla="*/ 623 h 1224"/>
                <a:gd name="T30" fmla="*/ 1005 w 1009"/>
                <a:gd name="T31" fmla="*/ 697 h 1224"/>
                <a:gd name="T32" fmla="*/ 988 w 1009"/>
                <a:gd name="T33" fmla="*/ 765 h 1224"/>
                <a:gd name="T34" fmla="*/ 968 w 1009"/>
                <a:gd name="T35" fmla="*/ 808 h 1224"/>
                <a:gd name="T36" fmla="*/ 947 w 1009"/>
                <a:gd name="T37" fmla="*/ 831 h 1224"/>
                <a:gd name="T38" fmla="*/ 925 w 1009"/>
                <a:gd name="T39" fmla="*/ 840 h 1224"/>
                <a:gd name="T40" fmla="*/ 908 w 1009"/>
                <a:gd name="T41" fmla="*/ 840 h 1224"/>
                <a:gd name="T42" fmla="*/ 899 w 1009"/>
                <a:gd name="T43" fmla="*/ 839 h 1224"/>
                <a:gd name="T44" fmla="*/ 876 w 1009"/>
                <a:gd name="T45" fmla="*/ 895 h 1224"/>
                <a:gd name="T46" fmla="*/ 829 w 1009"/>
                <a:gd name="T47" fmla="*/ 993 h 1224"/>
                <a:gd name="T48" fmla="*/ 774 w 1009"/>
                <a:gd name="T49" fmla="*/ 1069 h 1224"/>
                <a:gd name="T50" fmla="*/ 718 w 1009"/>
                <a:gd name="T51" fmla="*/ 1126 h 1224"/>
                <a:gd name="T52" fmla="*/ 643 w 1009"/>
                <a:gd name="T53" fmla="*/ 1178 h 1224"/>
                <a:gd name="T54" fmla="*/ 577 w 1009"/>
                <a:gd name="T55" fmla="*/ 1207 h 1224"/>
                <a:gd name="T56" fmla="*/ 531 w 1009"/>
                <a:gd name="T57" fmla="*/ 1220 h 1224"/>
                <a:gd name="T58" fmla="*/ 513 w 1009"/>
                <a:gd name="T59" fmla="*/ 1224 h 1224"/>
                <a:gd name="T60" fmla="*/ 491 w 1009"/>
                <a:gd name="T61" fmla="*/ 1224 h 1224"/>
                <a:gd name="T62" fmla="*/ 458 w 1009"/>
                <a:gd name="T63" fmla="*/ 1216 h 1224"/>
                <a:gd name="T64" fmla="*/ 400 w 1009"/>
                <a:gd name="T65" fmla="*/ 1196 h 1224"/>
                <a:gd name="T66" fmla="*/ 328 w 1009"/>
                <a:gd name="T67" fmla="*/ 1155 h 1224"/>
                <a:gd name="T68" fmla="*/ 261 w 1009"/>
                <a:gd name="T69" fmla="*/ 1098 h 1224"/>
                <a:gd name="T70" fmla="*/ 206 w 1009"/>
                <a:gd name="T71" fmla="*/ 1033 h 1224"/>
                <a:gd name="T72" fmla="*/ 155 w 1009"/>
                <a:gd name="T73" fmla="*/ 947 h 1224"/>
                <a:gd name="T74" fmla="*/ 113 w 1009"/>
                <a:gd name="T75" fmla="*/ 839 h 1224"/>
                <a:gd name="T76" fmla="*/ 107 w 1009"/>
                <a:gd name="T77" fmla="*/ 840 h 1224"/>
                <a:gd name="T78" fmla="*/ 93 w 1009"/>
                <a:gd name="T79" fmla="*/ 842 h 1224"/>
                <a:gd name="T80" fmla="*/ 73 w 1009"/>
                <a:gd name="T81" fmla="*/ 839 h 1224"/>
                <a:gd name="T82" fmla="*/ 52 w 1009"/>
                <a:gd name="T83" fmla="*/ 822 h 1224"/>
                <a:gd name="T84" fmla="*/ 32 w 1009"/>
                <a:gd name="T85" fmla="*/ 790 h 1224"/>
                <a:gd name="T86" fmla="*/ 13 w 1009"/>
                <a:gd name="T87" fmla="*/ 735 h 1224"/>
                <a:gd name="T88" fmla="*/ 1 w 1009"/>
                <a:gd name="T89" fmla="*/ 651 h 1224"/>
                <a:gd name="T90" fmla="*/ 4 w 1009"/>
                <a:gd name="T91" fmla="*/ 602 h 1224"/>
                <a:gd name="T92" fmla="*/ 21 w 1009"/>
                <a:gd name="T93" fmla="*/ 576 h 1224"/>
                <a:gd name="T94" fmla="*/ 46 w 1009"/>
                <a:gd name="T95" fmla="*/ 564 h 1224"/>
                <a:gd name="T96" fmla="*/ 70 w 1009"/>
                <a:gd name="T97" fmla="*/ 561 h 1224"/>
                <a:gd name="T98" fmla="*/ 88 w 1009"/>
                <a:gd name="T99" fmla="*/ 562 h 1224"/>
                <a:gd name="T100" fmla="*/ 91 w 1009"/>
                <a:gd name="T101" fmla="*/ 545 h 1224"/>
                <a:gd name="T102" fmla="*/ 90 w 1009"/>
                <a:gd name="T103" fmla="*/ 498 h 1224"/>
                <a:gd name="T104" fmla="*/ 88 w 1009"/>
                <a:gd name="T105" fmla="*/ 445 h 1224"/>
                <a:gd name="T106" fmla="*/ 87 w 1009"/>
                <a:gd name="T107" fmla="*/ 409 h 1224"/>
                <a:gd name="T108" fmla="*/ 104 w 1009"/>
                <a:gd name="T109" fmla="*/ 292 h 1224"/>
                <a:gd name="T110" fmla="*/ 152 w 1009"/>
                <a:gd name="T111" fmla="*/ 186 h 1224"/>
                <a:gd name="T112" fmla="*/ 227 w 1009"/>
                <a:gd name="T113" fmla="*/ 101 h 1224"/>
                <a:gd name="T114" fmla="*/ 323 w 1009"/>
                <a:gd name="T115" fmla="*/ 38 h 1224"/>
                <a:gd name="T116" fmla="*/ 435 w 1009"/>
                <a:gd name="T117" fmla="*/ 5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09" h="1224">
                  <a:moveTo>
                    <a:pt x="496" y="0"/>
                  </a:moveTo>
                  <a:lnTo>
                    <a:pt x="514" y="0"/>
                  </a:lnTo>
                  <a:lnTo>
                    <a:pt x="574" y="5"/>
                  </a:lnTo>
                  <a:lnTo>
                    <a:pt x="632" y="17"/>
                  </a:lnTo>
                  <a:lnTo>
                    <a:pt x="687" y="38"/>
                  </a:lnTo>
                  <a:lnTo>
                    <a:pt x="737" y="66"/>
                  </a:lnTo>
                  <a:lnTo>
                    <a:pt x="783" y="101"/>
                  </a:lnTo>
                  <a:lnTo>
                    <a:pt x="823" y="141"/>
                  </a:lnTo>
                  <a:lnTo>
                    <a:pt x="858" y="186"/>
                  </a:lnTo>
                  <a:lnTo>
                    <a:pt x="886" y="237"/>
                  </a:lnTo>
                  <a:lnTo>
                    <a:pt x="907" y="292"/>
                  </a:lnTo>
                  <a:lnTo>
                    <a:pt x="919" y="350"/>
                  </a:lnTo>
                  <a:lnTo>
                    <a:pt x="924" y="409"/>
                  </a:lnTo>
                  <a:lnTo>
                    <a:pt x="924" y="423"/>
                  </a:lnTo>
                  <a:lnTo>
                    <a:pt x="922" y="445"/>
                  </a:lnTo>
                  <a:lnTo>
                    <a:pt x="921" y="470"/>
                  </a:lnTo>
                  <a:lnTo>
                    <a:pt x="921" y="498"/>
                  </a:lnTo>
                  <a:lnTo>
                    <a:pt x="919" y="524"/>
                  </a:lnTo>
                  <a:lnTo>
                    <a:pt x="918" y="545"/>
                  </a:lnTo>
                  <a:lnTo>
                    <a:pt x="918" y="562"/>
                  </a:lnTo>
                  <a:lnTo>
                    <a:pt x="922" y="562"/>
                  </a:lnTo>
                  <a:lnTo>
                    <a:pt x="930" y="561"/>
                  </a:lnTo>
                  <a:lnTo>
                    <a:pt x="941" y="561"/>
                  </a:lnTo>
                  <a:lnTo>
                    <a:pt x="953" y="561"/>
                  </a:lnTo>
                  <a:lnTo>
                    <a:pt x="965" y="564"/>
                  </a:lnTo>
                  <a:lnTo>
                    <a:pt x="977" y="568"/>
                  </a:lnTo>
                  <a:lnTo>
                    <a:pt x="988" y="576"/>
                  </a:lnTo>
                  <a:lnTo>
                    <a:pt x="999" y="587"/>
                  </a:lnTo>
                  <a:lnTo>
                    <a:pt x="1006" y="602"/>
                  </a:lnTo>
                  <a:lnTo>
                    <a:pt x="1009" y="623"/>
                  </a:lnTo>
                  <a:lnTo>
                    <a:pt x="1009" y="651"/>
                  </a:lnTo>
                  <a:lnTo>
                    <a:pt x="1005" y="697"/>
                  </a:lnTo>
                  <a:lnTo>
                    <a:pt x="997" y="735"/>
                  </a:lnTo>
                  <a:lnTo>
                    <a:pt x="988" y="765"/>
                  </a:lnTo>
                  <a:lnTo>
                    <a:pt x="979" y="790"/>
                  </a:lnTo>
                  <a:lnTo>
                    <a:pt x="968" y="808"/>
                  </a:lnTo>
                  <a:lnTo>
                    <a:pt x="957" y="822"/>
                  </a:lnTo>
                  <a:lnTo>
                    <a:pt x="947" y="831"/>
                  </a:lnTo>
                  <a:lnTo>
                    <a:pt x="936" y="837"/>
                  </a:lnTo>
                  <a:lnTo>
                    <a:pt x="925" y="840"/>
                  </a:lnTo>
                  <a:lnTo>
                    <a:pt x="916" y="842"/>
                  </a:lnTo>
                  <a:lnTo>
                    <a:pt x="908" y="840"/>
                  </a:lnTo>
                  <a:lnTo>
                    <a:pt x="902" y="840"/>
                  </a:lnTo>
                  <a:lnTo>
                    <a:pt x="899" y="839"/>
                  </a:lnTo>
                  <a:lnTo>
                    <a:pt x="896" y="837"/>
                  </a:lnTo>
                  <a:lnTo>
                    <a:pt x="876" y="895"/>
                  </a:lnTo>
                  <a:lnTo>
                    <a:pt x="853" y="947"/>
                  </a:lnTo>
                  <a:lnTo>
                    <a:pt x="829" y="993"/>
                  </a:lnTo>
                  <a:lnTo>
                    <a:pt x="803" y="1033"/>
                  </a:lnTo>
                  <a:lnTo>
                    <a:pt x="774" y="1069"/>
                  </a:lnTo>
                  <a:lnTo>
                    <a:pt x="747" y="1100"/>
                  </a:lnTo>
                  <a:lnTo>
                    <a:pt x="718" y="1126"/>
                  </a:lnTo>
                  <a:lnTo>
                    <a:pt x="679" y="1155"/>
                  </a:lnTo>
                  <a:lnTo>
                    <a:pt x="643" y="1178"/>
                  </a:lnTo>
                  <a:lnTo>
                    <a:pt x="608" y="1196"/>
                  </a:lnTo>
                  <a:lnTo>
                    <a:pt x="577" y="1207"/>
                  </a:lnTo>
                  <a:lnTo>
                    <a:pt x="551" y="1216"/>
                  </a:lnTo>
                  <a:lnTo>
                    <a:pt x="531" y="1220"/>
                  </a:lnTo>
                  <a:lnTo>
                    <a:pt x="517" y="1224"/>
                  </a:lnTo>
                  <a:lnTo>
                    <a:pt x="513" y="1224"/>
                  </a:lnTo>
                  <a:lnTo>
                    <a:pt x="496" y="1224"/>
                  </a:lnTo>
                  <a:lnTo>
                    <a:pt x="491" y="1224"/>
                  </a:lnTo>
                  <a:lnTo>
                    <a:pt x="478" y="1220"/>
                  </a:lnTo>
                  <a:lnTo>
                    <a:pt x="458" y="1216"/>
                  </a:lnTo>
                  <a:lnTo>
                    <a:pt x="432" y="1207"/>
                  </a:lnTo>
                  <a:lnTo>
                    <a:pt x="400" y="1196"/>
                  </a:lnTo>
                  <a:lnTo>
                    <a:pt x="366" y="1178"/>
                  </a:lnTo>
                  <a:lnTo>
                    <a:pt x="328" y="1155"/>
                  </a:lnTo>
                  <a:lnTo>
                    <a:pt x="290" y="1126"/>
                  </a:lnTo>
                  <a:lnTo>
                    <a:pt x="261" y="1098"/>
                  </a:lnTo>
                  <a:lnTo>
                    <a:pt x="233" y="1068"/>
                  </a:lnTo>
                  <a:lnTo>
                    <a:pt x="206" y="1033"/>
                  </a:lnTo>
                  <a:lnTo>
                    <a:pt x="180" y="993"/>
                  </a:lnTo>
                  <a:lnTo>
                    <a:pt x="155" y="947"/>
                  </a:lnTo>
                  <a:lnTo>
                    <a:pt x="133" y="895"/>
                  </a:lnTo>
                  <a:lnTo>
                    <a:pt x="113" y="839"/>
                  </a:lnTo>
                  <a:lnTo>
                    <a:pt x="110" y="839"/>
                  </a:lnTo>
                  <a:lnTo>
                    <a:pt x="107" y="840"/>
                  </a:lnTo>
                  <a:lnTo>
                    <a:pt x="101" y="842"/>
                  </a:lnTo>
                  <a:lnTo>
                    <a:pt x="93" y="842"/>
                  </a:lnTo>
                  <a:lnTo>
                    <a:pt x="84" y="842"/>
                  </a:lnTo>
                  <a:lnTo>
                    <a:pt x="73" y="839"/>
                  </a:lnTo>
                  <a:lnTo>
                    <a:pt x="62" y="832"/>
                  </a:lnTo>
                  <a:lnTo>
                    <a:pt x="52" y="822"/>
                  </a:lnTo>
                  <a:lnTo>
                    <a:pt x="41" y="808"/>
                  </a:lnTo>
                  <a:lnTo>
                    <a:pt x="32" y="790"/>
                  </a:lnTo>
                  <a:lnTo>
                    <a:pt x="21" y="765"/>
                  </a:lnTo>
                  <a:lnTo>
                    <a:pt x="13" y="735"/>
                  </a:lnTo>
                  <a:lnTo>
                    <a:pt x="6" y="697"/>
                  </a:lnTo>
                  <a:lnTo>
                    <a:pt x="1" y="651"/>
                  </a:lnTo>
                  <a:lnTo>
                    <a:pt x="0" y="623"/>
                  </a:lnTo>
                  <a:lnTo>
                    <a:pt x="4" y="602"/>
                  </a:lnTo>
                  <a:lnTo>
                    <a:pt x="12" y="587"/>
                  </a:lnTo>
                  <a:lnTo>
                    <a:pt x="21" y="576"/>
                  </a:lnTo>
                  <a:lnTo>
                    <a:pt x="33" y="568"/>
                  </a:lnTo>
                  <a:lnTo>
                    <a:pt x="46" y="564"/>
                  </a:lnTo>
                  <a:lnTo>
                    <a:pt x="58" y="561"/>
                  </a:lnTo>
                  <a:lnTo>
                    <a:pt x="70" y="561"/>
                  </a:lnTo>
                  <a:lnTo>
                    <a:pt x="79" y="561"/>
                  </a:lnTo>
                  <a:lnTo>
                    <a:pt x="88" y="562"/>
                  </a:lnTo>
                  <a:lnTo>
                    <a:pt x="93" y="562"/>
                  </a:lnTo>
                  <a:lnTo>
                    <a:pt x="91" y="545"/>
                  </a:lnTo>
                  <a:lnTo>
                    <a:pt x="91" y="524"/>
                  </a:lnTo>
                  <a:lnTo>
                    <a:pt x="90" y="498"/>
                  </a:lnTo>
                  <a:lnTo>
                    <a:pt x="88" y="470"/>
                  </a:lnTo>
                  <a:lnTo>
                    <a:pt x="88" y="445"/>
                  </a:lnTo>
                  <a:lnTo>
                    <a:pt x="87" y="423"/>
                  </a:lnTo>
                  <a:lnTo>
                    <a:pt x="87" y="409"/>
                  </a:lnTo>
                  <a:lnTo>
                    <a:pt x="91" y="350"/>
                  </a:lnTo>
                  <a:lnTo>
                    <a:pt x="104" y="292"/>
                  </a:lnTo>
                  <a:lnTo>
                    <a:pt x="125" y="237"/>
                  </a:lnTo>
                  <a:lnTo>
                    <a:pt x="152" y="186"/>
                  </a:lnTo>
                  <a:lnTo>
                    <a:pt x="188" y="141"/>
                  </a:lnTo>
                  <a:lnTo>
                    <a:pt x="227" y="101"/>
                  </a:lnTo>
                  <a:lnTo>
                    <a:pt x="273" y="66"/>
                  </a:lnTo>
                  <a:lnTo>
                    <a:pt x="323" y="38"/>
                  </a:lnTo>
                  <a:lnTo>
                    <a:pt x="378" y="17"/>
                  </a:lnTo>
                  <a:lnTo>
                    <a:pt x="435" y="5"/>
                  </a:lnTo>
                  <a:lnTo>
                    <a:pt x="4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chemeClr val="bg2">
                    <a:lumMod val="10000"/>
                  </a:schemeClr>
                </a:solidFill>
                <a:effectLst/>
                <a:uLnTx/>
                <a:uFillTx/>
                <a:cs typeface="B Titr" panose="00000700000000000000" pitchFamily="2" charset="-78"/>
              </a:endParaRPr>
            </a:p>
          </p:txBody>
        </p:sp>
        <p:sp>
          <p:nvSpPr>
            <p:cNvPr id="34" name="Freeform 22"/>
            <p:cNvSpPr>
              <a:spLocks/>
            </p:cNvSpPr>
            <p:nvPr/>
          </p:nvSpPr>
          <p:spPr bwMode="auto">
            <a:xfrm>
              <a:off x="4908550" y="2554288"/>
              <a:ext cx="2547938" cy="1168400"/>
            </a:xfrm>
            <a:custGeom>
              <a:avLst/>
              <a:gdLst>
                <a:gd name="T0" fmla="*/ 398 w 1605"/>
                <a:gd name="T1" fmla="*/ 39 h 736"/>
                <a:gd name="T2" fmla="*/ 356 w 1605"/>
                <a:gd name="T3" fmla="*/ 82 h 736"/>
                <a:gd name="T4" fmla="*/ 314 w 1605"/>
                <a:gd name="T5" fmla="*/ 152 h 736"/>
                <a:gd name="T6" fmla="*/ 298 w 1605"/>
                <a:gd name="T7" fmla="*/ 252 h 736"/>
                <a:gd name="T8" fmla="*/ 313 w 1605"/>
                <a:gd name="T9" fmla="*/ 333 h 736"/>
                <a:gd name="T10" fmla="*/ 343 w 1605"/>
                <a:gd name="T11" fmla="*/ 300 h 736"/>
                <a:gd name="T12" fmla="*/ 401 w 1605"/>
                <a:gd name="T13" fmla="*/ 256 h 736"/>
                <a:gd name="T14" fmla="*/ 473 w 1605"/>
                <a:gd name="T15" fmla="*/ 227 h 736"/>
                <a:gd name="T16" fmla="*/ 556 w 1605"/>
                <a:gd name="T17" fmla="*/ 355 h 736"/>
                <a:gd name="T18" fmla="*/ 650 w 1605"/>
                <a:gd name="T19" fmla="*/ 478 h 736"/>
                <a:gd name="T20" fmla="*/ 734 w 1605"/>
                <a:gd name="T21" fmla="*/ 566 h 736"/>
                <a:gd name="T22" fmla="*/ 808 w 1605"/>
                <a:gd name="T23" fmla="*/ 542 h 736"/>
                <a:gd name="T24" fmla="*/ 898 w 1605"/>
                <a:gd name="T25" fmla="*/ 439 h 736"/>
                <a:gd name="T26" fmla="*/ 991 w 1605"/>
                <a:gd name="T27" fmla="*/ 313 h 736"/>
                <a:gd name="T28" fmla="*/ 1067 w 1605"/>
                <a:gd name="T29" fmla="*/ 233 h 736"/>
                <a:gd name="T30" fmla="*/ 1136 w 1605"/>
                <a:gd name="T31" fmla="*/ 270 h 736"/>
                <a:gd name="T32" fmla="*/ 1188 w 1605"/>
                <a:gd name="T33" fmla="*/ 314 h 736"/>
                <a:gd name="T34" fmla="*/ 1208 w 1605"/>
                <a:gd name="T35" fmla="*/ 336 h 736"/>
                <a:gd name="T36" fmla="*/ 1218 w 1605"/>
                <a:gd name="T37" fmla="*/ 215 h 736"/>
                <a:gd name="T38" fmla="*/ 1191 w 1605"/>
                <a:gd name="T39" fmla="*/ 125 h 736"/>
                <a:gd name="T40" fmla="*/ 1147 w 1605"/>
                <a:gd name="T41" fmla="*/ 64 h 736"/>
                <a:gd name="T42" fmla="*/ 1107 w 1605"/>
                <a:gd name="T43" fmla="*/ 30 h 736"/>
                <a:gd name="T44" fmla="*/ 1122 w 1605"/>
                <a:gd name="T45" fmla="*/ 6 h 736"/>
                <a:gd name="T46" fmla="*/ 1191 w 1605"/>
                <a:gd name="T47" fmla="*/ 29 h 736"/>
                <a:gd name="T48" fmla="*/ 1281 w 1605"/>
                <a:gd name="T49" fmla="*/ 58 h 736"/>
                <a:gd name="T50" fmla="*/ 1362 w 1605"/>
                <a:gd name="T51" fmla="*/ 87 h 736"/>
                <a:gd name="T52" fmla="*/ 1405 w 1605"/>
                <a:gd name="T53" fmla="*/ 102 h 736"/>
                <a:gd name="T54" fmla="*/ 1509 w 1605"/>
                <a:gd name="T55" fmla="*/ 178 h 736"/>
                <a:gd name="T56" fmla="*/ 1574 w 1605"/>
                <a:gd name="T57" fmla="*/ 278 h 736"/>
                <a:gd name="T58" fmla="*/ 1590 w 1605"/>
                <a:gd name="T59" fmla="*/ 336 h 736"/>
                <a:gd name="T60" fmla="*/ 1596 w 1605"/>
                <a:gd name="T61" fmla="*/ 369 h 736"/>
                <a:gd name="T62" fmla="*/ 1602 w 1605"/>
                <a:gd name="T63" fmla="*/ 421 h 736"/>
                <a:gd name="T64" fmla="*/ 1603 w 1605"/>
                <a:gd name="T65" fmla="*/ 464 h 736"/>
                <a:gd name="T66" fmla="*/ 1605 w 1605"/>
                <a:gd name="T67" fmla="*/ 494 h 736"/>
                <a:gd name="T68" fmla="*/ 1603 w 1605"/>
                <a:gd name="T69" fmla="*/ 520 h 736"/>
                <a:gd name="T70" fmla="*/ 1600 w 1605"/>
                <a:gd name="T71" fmla="*/ 575 h 736"/>
                <a:gd name="T72" fmla="*/ 1556 w 1605"/>
                <a:gd name="T73" fmla="*/ 669 h 736"/>
                <a:gd name="T74" fmla="*/ 1466 w 1605"/>
                <a:gd name="T75" fmla="*/ 725 h 736"/>
                <a:gd name="T76" fmla="*/ 320 w 1605"/>
                <a:gd name="T77" fmla="*/ 736 h 736"/>
                <a:gd name="T78" fmla="*/ 272 w 1605"/>
                <a:gd name="T79" fmla="*/ 577 h 736"/>
                <a:gd name="T80" fmla="*/ 224 w 1605"/>
                <a:gd name="T81" fmla="*/ 429 h 736"/>
                <a:gd name="T82" fmla="*/ 201 w 1605"/>
                <a:gd name="T83" fmla="*/ 366 h 736"/>
                <a:gd name="T84" fmla="*/ 175 w 1605"/>
                <a:gd name="T85" fmla="*/ 325 h 736"/>
                <a:gd name="T86" fmla="*/ 101 w 1605"/>
                <a:gd name="T87" fmla="*/ 242 h 736"/>
                <a:gd name="T88" fmla="*/ 49 w 1605"/>
                <a:gd name="T89" fmla="*/ 209 h 736"/>
                <a:gd name="T90" fmla="*/ 0 w 1605"/>
                <a:gd name="T91" fmla="*/ 187 h 736"/>
                <a:gd name="T92" fmla="*/ 113 w 1605"/>
                <a:gd name="T93" fmla="*/ 102 h 736"/>
                <a:gd name="T94" fmla="*/ 154 w 1605"/>
                <a:gd name="T95" fmla="*/ 87 h 736"/>
                <a:gd name="T96" fmla="*/ 236 w 1605"/>
                <a:gd name="T97" fmla="*/ 58 h 736"/>
                <a:gd name="T98" fmla="*/ 327 w 1605"/>
                <a:gd name="T99" fmla="*/ 29 h 736"/>
                <a:gd name="T100" fmla="*/ 395 w 1605"/>
                <a:gd name="T101" fmla="*/ 6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05" h="736">
                  <a:moveTo>
                    <a:pt x="414" y="0"/>
                  </a:moveTo>
                  <a:lnTo>
                    <a:pt x="409" y="30"/>
                  </a:lnTo>
                  <a:lnTo>
                    <a:pt x="398" y="39"/>
                  </a:lnTo>
                  <a:lnTo>
                    <a:pt x="386" y="50"/>
                  </a:lnTo>
                  <a:lnTo>
                    <a:pt x="371" y="64"/>
                  </a:lnTo>
                  <a:lnTo>
                    <a:pt x="356" y="82"/>
                  </a:lnTo>
                  <a:lnTo>
                    <a:pt x="340" y="102"/>
                  </a:lnTo>
                  <a:lnTo>
                    <a:pt x="327" y="125"/>
                  </a:lnTo>
                  <a:lnTo>
                    <a:pt x="314" y="152"/>
                  </a:lnTo>
                  <a:lnTo>
                    <a:pt x="305" y="181"/>
                  </a:lnTo>
                  <a:lnTo>
                    <a:pt x="299" y="215"/>
                  </a:lnTo>
                  <a:lnTo>
                    <a:pt x="298" y="252"/>
                  </a:lnTo>
                  <a:lnTo>
                    <a:pt x="301" y="293"/>
                  </a:lnTo>
                  <a:lnTo>
                    <a:pt x="310" y="336"/>
                  </a:lnTo>
                  <a:lnTo>
                    <a:pt x="313" y="333"/>
                  </a:lnTo>
                  <a:lnTo>
                    <a:pt x="319" y="326"/>
                  </a:lnTo>
                  <a:lnTo>
                    <a:pt x="330" y="314"/>
                  </a:lnTo>
                  <a:lnTo>
                    <a:pt x="343" y="300"/>
                  </a:lnTo>
                  <a:lnTo>
                    <a:pt x="360" y="287"/>
                  </a:lnTo>
                  <a:lnTo>
                    <a:pt x="380" y="270"/>
                  </a:lnTo>
                  <a:lnTo>
                    <a:pt x="401" y="256"/>
                  </a:lnTo>
                  <a:lnTo>
                    <a:pt x="424" y="242"/>
                  </a:lnTo>
                  <a:lnTo>
                    <a:pt x="449" y="233"/>
                  </a:lnTo>
                  <a:lnTo>
                    <a:pt x="473" y="227"/>
                  </a:lnTo>
                  <a:lnTo>
                    <a:pt x="499" y="270"/>
                  </a:lnTo>
                  <a:lnTo>
                    <a:pt x="527" y="313"/>
                  </a:lnTo>
                  <a:lnTo>
                    <a:pt x="556" y="355"/>
                  </a:lnTo>
                  <a:lnTo>
                    <a:pt x="588" y="398"/>
                  </a:lnTo>
                  <a:lnTo>
                    <a:pt x="618" y="439"/>
                  </a:lnTo>
                  <a:lnTo>
                    <a:pt x="650" y="478"/>
                  </a:lnTo>
                  <a:lnTo>
                    <a:pt x="679" y="513"/>
                  </a:lnTo>
                  <a:lnTo>
                    <a:pt x="708" y="542"/>
                  </a:lnTo>
                  <a:lnTo>
                    <a:pt x="734" y="566"/>
                  </a:lnTo>
                  <a:lnTo>
                    <a:pt x="759" y="583"/>
                  </a:lnTo>
                  <a:lnTo>
                    <a:pt x="782" y="566"/>
                  </a:lnTo>
                  <a:lnTo>
                    <a:pt x="808" y="542"/>
                  </a:lnTo>
                  <a:lnTo>
                    <a:pt x="837" y="513"/>
                  </a:lnTo>
                  <a:lnTo>
                    <a:pt x="867" y="478"/>
                  </a:lnTo>
                  <a:lnTo>
                    <a:pt x="898" y="439"/>
                  </a:lnTo>
                  <a:lnTo>
                    <a:pt x="930" y="398"/>
                  </a:lnTo>
                  <a:lnTo>
                    <a:pt x="960" y="355"/>
                  </a:lnTo>
                  <a:lnTo>
                    <a:pt x="991" y="313"/>
                  </a:lnTo>
                  <a:lnTo>
                    <a:pt x="1018" y="268"/>
                  </a:lnTo>
                  <a:lnTo>
                    <a:pt x="1043" y="227"/>
                  </a:lnTo>
                  <a:lnTo>
                    <a:pt x="1067" y="233"/>
                  </a:lnTo>
                  <a:lnTo>
                    <a:pt x="1092" y="242"/>
                  </a:lnTo>
                  <a:lnTo>
                    <a:pt x="1115" y="256"/>
                  </a:lnTo>
                  <a:lnTo>
                    <a:pt x="1136" y="270"/>
                  </a:lnTo>
                  <a:lnTo>
                    <a:pt x="1156" y="287"/>
                  </a:lnTo>
                  <a:lnTo>
                    <a:pt x="1173" y="300"/>
                  </a:lnTo>
                  <a:lnTo>
                    <a:pt x="1188" y="314"/>
                  </a:lnTo>
                  <a:lnTo>
                    <a:pt x="1199" y="326"/>
                  </a:lnTo>
                  <a:lnTo>
                    <a:pt x="1205" y="333"/>
                  </a:lnTo>
                  <a:lnTo>
                    <a:pt x="1208" y="336"/>
                  </a:lnTo>
                  <a:lnTo>
                    <a:pt x="1217" y="293"/>
                  </a:lnTo>
                  <a:lnTo>
                    <a:pt x="1220" y="252"/>
                  </a:lnTo>
                  <a:lnTo>
                    <a:pt x="1218" y="215"/>
                  </a:lnTo>
                  <a:lnTo>
                    <a:pt x="1212" y="183"/>
                  </a:lnTo>
                  <a:lnTo>
                    <a:pt x="1203" y="152"/>
                  </a:lnTo>
                  <a:lnTo>
                    <a:pt x="1191" y="125"/>
                  </a:lnTo>
                  <a:lnTo>
                    <a:pt x="1177" y="102"/>
                  </a:lnTo>
                  <a:lnTo>
                    <a:pt x="1162" y="82"/>
                  </a:lnTo>
                  <a:lnTo>
                    <a:pt x="1147" y="64"/>
                  </a:lnTo>
                  <a:lnTo>
                    <a:pt x="1131" y="50"/>
                  </a:lnTo>
                  <a:lnTo>
                    <a:pt x="1118" y="39"/>
                  </a:lnTo>
                  <a:lnTo>
                    <a:pt x="1107" y="30"/>
                  </a:lnTo>
                  <a:lnTo>
                    <a:pt x="1104" y="0"/>
                  </a:lnTo>
                  <a:lnTo>
                    <a:pt x="1110" y="1"/>
                  </a:lnTo>
                  <a:lnTo>
                    <a:pt x="1122" y="6"/>
                  </a:lnTo>
                  <a:lnTo>
                    <a:pt x="1141" y="12"/>
                  </a:lnTo>
                  <a:lnTo>
                    <a:pt x="1164" y="19"/>
                  </a:lnTo>
                  <a:lnTo>
                    <a:pt x="1191" y="29"/>
                  </a:lnTo>
                  <a:lnTo>
                    <a:pt x="1220" y="38"/>
                  </a:lnTo>
                  <a:lnTo>
                    <a:pt x="1251" y="48"/>
                  </a:lnTo>
                  <a:lnTo>
                    <a:pt x="1281" y="58"/>
                  </a:lnTo>
                  <a:lnTo>
                    <a:pt x="1310" y="68"/>
                  </a:lnTo>
                  <a:lnTo>
                    <a:pt x="1338" y="77"/>
                  </a:lnTo>
                  <a:lnTo>
                    <a:pt x="1362" y="87"/>
                  </a:lnTo>
                  <a:lnTo>
                    <a:pt x="1382" y="93"/>
                  </a:lnTo>
                  <a:lnTo>
                    <a:pt x="1397" y="99"/>
                  </a:lnTo>
                  <a:lnTo>
                    <a:pt x="1405" y="102"/>
                  </a:lnTo>
                  <a:lnTo>
                    <a:pt x="1445" y="125"/>
                  </a:lnTo>
                  <a:lnTo>
                    <a:pt x="1478" y="151"/>
                  </a:lnTo>
                  <a:lnTo>
                    <a:pt x="1509" y="178"/>
                  </a:lnTo>
                  <a:lnTo>
                    <a:pt x="1535" y="209"/>
                  </a:lnTo>
                  <a:lnTo>
                    <a:pt x="1556" y="241"/>
                  </a:lnTo>
                  <a:lnTo>
                    <a:pt x="1574" y="278"/>
                  </a:lnTo>
                  <a:lnTo>
                    <a:pt x="1587" y="317"/>
                  </a:lnTo>
                  <a:lnTo>
                    <a:pt x="1588" y="325"/>
                  </a:lnTo>
                  <a:lnTo>
                    <a:pt x="1590" y="336"/>
                  </a:lnTo>
                  <a:lnTo>
                    <a:pt x="1591" y="348"/>
                  </a:lnTo>
                  <a:lnTo>
                    <a:pt x="1594" y="360"/>
                  </a:lnTo>
                  <a:lnTo>
                    <a:pt x="1596" y="369"/>
                  </a:lnTo>
                  <a:lnTo>
                    <a:pt x="1596" y="372"/>
                  </a:lnTo>
                  <a:lnTo>
                    <a:pt x="1602" y="417"/>
                  </a:lnTo>
                  <a:lnTo>
                    <a:pt x="1602" y="421"/>
                  </a:lnTo>
                  <a:lnTo>
                    <a:pt x="1602" y="433"/>
                  </a:lnTo>
                  <a:lnTo>
                    <a:pt x="1603" y="449"/>
                  </a:lnTo>
                  <a:lnTo>
                    <a:pt x="1603" y="464"/>
                  </a:lnTo>
                  <a:lnTo>
                    <a:pt x="1603" y="479"/>
                  </a:lnTo>
                  <a:lnTo>
                    <a:pt x="1605" y="490"/>
                  </a:lnTo>
                  <a:lnTo>
                    <a:pt x="1605" y="494"/>
                  </a:lnTo>
                  <a:lnTo>
                    <a:pt x="1605" y="499"/>
                  </a:lnTo>
                  <a:lnTo>
                    <a:pt x="1605" y="508"/>
                  </a:lnTo>
                  <a:lnTo>
                    <a:pt x="1603" y="520"/>
                  </a:lnTo>
                  <a:lnTo>
                    <a:pt x="1603" y="531"/>
                  </a:lnTo>
                  <a:lnTo>
                    <a:pt x="1603" y="539"/>
                  </a:lnTo>
                  <a:lnTo>
                    <a:pt x="1600" y="575"/>
                  </a:lnTo>
                  <a:lnTo>
                    <a:pt x="1591" y="607"/>
                  </a:lnTo>
                  <a:lnTo>
                    <a:pt x="1577" y="640"/>
                  </a:lnTo>
                  <a:lnTo>
                    <a:pt x="1556" y="669"/>
                  </a:lnTo>
                  <a:lnTo>
                    <a:pt x="1529" y="695"/>
                  </a:lnTo>
                  <a:lnTo>
                    <a:pt x="1498" y="713"/>
                  </a:lnTo>
                  <a:lnTo>
                    <a:pt x="1466" y="725"/>
                  </a:lnTo>
                  <a:lnTo>
                    <a:pt x="1431" y="733"/>
                  </a:lnTo>
                  <a:lnTo>
                    <a:pt x="1394" y="736"/>
                  </a:lnTo>
                  <a:lnTo>
                    <a:pt x="320" y="736"/>
                  </a:lnTo>
                  <a:lnTo>
                    <a:pt x="305" y="685"/>
                  </a:lnTo>
                  <a:lnTo>
                    <a:pt x="290" y="632"/>
                  </a:lnTo>
                  <a:lnTo>
                    <a:pt x="272" y="577"/>
                  </a:lnTo>
                  <a:lnTo>
                    <a:pt x="255" y="522"/>
                  </a:lnTo>
                  <a:lnTo>
                    <a:pt x="238" y="472"/>
                  </a:lnTo>
                  <a:lnTo>
                    <a:pt x="224" y="429"/>
                  </a:lnTo>
                  <a:lnTo>
                    <a:pt x="217" y="400"/>
                  </a:lnTo>
                  <a:lnTo>
                    <a:pt x="206" y="374"/>
                  </a:lnTo>
                  <a:lnTo>
                    <a:pt x="201" y="366"/>
                  </a:lnTo>
                  <a:lnTo>
                    <a:pt x="195" y="355"/>
                  </a:lnTo>
                  <a:lnTo>
                    <a:pt x="188" y="342"/>
                  </a:lnTo>
                  <a:lnTo>
                    <a:pt x="175" y="325"/>
                  </a:lnTo>
                  <a:lnTo>
                    <a:pt x="160" y="304"/>
                  </a:lnTo>
                  <a:lnTo>
                    <a:pt x="130" y="270"/>
                  </a:lnTo>
                  <a:lnTo>
                    <a:pt x="101" y="242"/>
                  </a:lnTo>
                  <a:lnTo>
                    <a:pt x="72" y="223"/>
                  </a:lnTo>
                  <a:lnTo>
                    <a:pt x="59" y="215"/>
                  </a:lnTo>
                  <a:lnTo>
                    <a:pt x="49" y="209"/>
                  </a:lnTo>
                  <a:lnTo>
                    <a:pt x="41" y="206"/>
                  </a:lnTo>
                  <a:lnTo>
                    <a:pt x="23" y="198"/>
                  </a:lnTo>
                  <a:lnTo>
                    <a:pt x="0" y="187"/>
                  </a:lnTo>
                  <a:lnTo>
                    <a:pt x="33" y="155"/>
                  </a:lnTo>
                  <a:lnTo>
                    <a:pt x="73" y="125"/>
                  </a:lnTo>
                  <a:lnTo>
                    <a:pt x="113" y="102"/>
                  </a:lnTo>
                  <a:lnTo>
                    <a:pt x="120" y="99"/>
                  </a:lnTo>
                  <a:lnTo>
                    <a:pt x="134" y="93"/>
                  </a:lnTo>
                  <a:lnTo>
                    <a:pt x="154" y="87"/>
                  </a:lnTo>
                  <a:lnTo>
                    <a:pt x="178" y="77"/>
                  </a:lnTo>
                  <a:lnTo>
                    <a:pt x="206" y="68"/>
                  </a:lnTo>
                  <a:lnTo>
                    <a:pt x="236" y="58"/>
                  </a:lnTo>
                  <a:lnTo>
                    <a:pt x="267" y="48"/>
                  </a:lnTo>
                  <a:lnTo>
                    <a:pt x="298" y="38"/>
                  </a:lnTo>
                  <a:lnTo>
                    <a:pt x="327" y="29"/>
                  </a:lnTo>
                  <a:lnTo>
                    <a:pt x="354" y="19"/>
                  </a:lnTo>
                  <a:lnTo>
                    <a:pt x="377" y="12"/>
                  </a:lnTo>
                  <a:lnTo>
                    <a:pt x="395" y="6"/>
                  </a:lnTo>
                  <a:lnTo>
                    <a:pt x="408" y="1"/>
                  </a:lnTo>
                  <a:lnTo>
                    <a:pt x="4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chemeClr val="bg2">
                    <a:lumMod val="10000"/>
                  </a:schemeClr>
                </a:solidFill>
                <a:effectLst/>
                <a:uLnTx/>
                <a:uFillTx/>
                <a:cs typeface="B Titr" panose="00000700000000000000" pitchFamily="2" charset="-78"/>
              </a:endParaRPr>
            </a:p>
          </p:txBody>
        </p:sp>
        <p:sp>
          <p:nvSpPr>
            <p:cNvPr id="35" name="Freeform 23"/>
            <p:cNvSpPr>
              <a:spLocks/>
            </p:cNvSpPr>
            <p:nvPr/>
          </p:nvSpPr>
          <p:spPr bwMode="auto">
            <a:xfrm>
              <a:off x="5208588" y="423863"/>
              <a:ext cx="1811338" cy="2709863"/>
            </a:xfrm>
            <a:custGeom>
              <a:avLst/>
              <a:gdLst>
                <a:gd name="T0" fmla="*/ 571 w 1141"/>
                <a:gd name="T1" fmla="*/ 0 h 1707"/>
                <a:gd name="T2" fmla="*/ 712 w 1141"/>
                <a:gd name="T3" fmla="*/ 20 h 1707"/>
                <a:gd name="T4" fmla="*/ 840 w 1141"/>
                <a:gd name="T5" fmla="*/ 72 h 1707"/>
                <a:gd name="T6" fmla="*/ 950 w 1141"/>
                <a:gd name="T7" fmla="*/ 152 h 1707"/>
                <a:gd name="T8" fmla="*/ 1039 w 1141"/>
                <a:gd name="T9" fmla="*/ 256 h 1707"/>
                <a:gd name="T10" fmla="*/ 1103 w 1141"/>
                <a:gd name="T11" fmla="*/ 376 h 1707"/>
                <a:gd name="T12" fmla="*/ 1136 w 1141"/>
                <a:gd name="T13" fmla="*/ 514 h 1707"/>
                <a:gd name="T14" fmla="*/ 1138 w 1141"/>
                <a:gd name="T15" fmla="*/ 650 h 1707"/>
                <a:gd name="T16" fmla="*/ 1112 w 1141"/>
                <a:gd name="T17" fmla="*/ 770 h 1707"/>
                <a:gd name="T18" fmla="*/ 1069 w 1141"/>
                <a:gd name="T19" fmla="*/ 896 h 1707"/>
                <a:gd name="T20" fmla="*/ 1059 w 1141"/>
                <a:gd name="T21" fmla="*/ 963 h 1707"/>
                <a:gd name="T22" fmla="*/ 1060 w 1141"/>
                <a:gd name="T23" fmla="*/ 984 h 1707"/>
                <a:gd name="T24" fmla="*/ 1072 w 1141"/>
                <a:gd name="T25" fmla="*/ 1010 h 1707"/>
                <a:gd name="T26" fmla="*/ 1092 w 1141"/>
                <a:gd name="T27" fmla="*/ 1045 h 1707"/>
                <a:gd name="T28" fmla="*/ 1110 w 1141"/>
                <a:gd name="T29" fmla="*/ 1074 h 1707"/>
                <a:gd name="T30" fmla="*/ 1081 w 1141"/>
                <a:gd name="T31" fmla="*/ 1114 h 1707"/>
                <a:gd name="T32" fmla="*/ 1008 w 1141"/>
                <a:gd name="T33" fmla="*/ 1157 h 1707"/>
                <a:gd name="T34" fmla="*/ 929 w 1141"/>
                <a:gd name="T35" fmla="*/ 1183 h 1707"/>
                <a:gd name="T36" fmla="*/ 845 w 1141"/>
                <a:gd name="T37" fmla="*/ 1203 h 1707"/>
                <a:gd name="T38" fmla="*/ 755 w 1141"/>
                <a:gd name="T39" fmla="*/ 1216 h 1707"/>
                <a:gd name="T40" fmla="*/ 774 w 1141"/>
                <a:gd name="T41" fmla="*/ 1366 h 1707"/>
                <a:gd name="T42" fmla="*/ 773 w 1141"/>
                <a:gd name="T43" fmla="*/ 1383 h 1707"/>
                <a:gd name="T44" fmla="*/ 767 w 1141"/>
                <a:gd name="T45" fmla="*/ 1426 h 1707"/>
                <a:gd name="T46" fmla="*/ 748 w 1141"/>
                <a:gd name="T47" fmla="*/ 1488 h 1707"/>
                <a:gd name="T48" fmla="*/ 715 w 1141"/>
                <a:gd name="T49" fmla="*/ 1562 h 1707"/>
                <a:gd name="T50" fmla="*/ 657 w 1141"/>
                <a:gd name="T51" fmla="*/ 1636 h 1707"/>
                <a:gd name="T52" fmla="*/ 571 w 1141"/>
                <a:gd name="T53" fmla="*/ 1707 h 1707"/>
                <a:gd name="T54" fmla="*/ 522 w 1141"/>
                <a:gd name="T55" fmla="*/ 1673 h 1707"/>
                <a:gd name="T56" fmla="*/ 452 w 1141"/>
                <a:gd name="T57" fmla="*/ 1598 h 1707"/>
                <a:gd name="T58" fmla="*/ 406 w 1141"/>
                <a:gd name="T59" fmla="*/ 1523 h 1707"/>
                <a:gd name="T60" fmla="*/ 380 w 1141"/>
                <a:gd name="T61" fmla="*/ 1455 h 1707"/>
                <a:gd name="T62" fmla="*/ 370 w 1141"/>
                <a:gd name="T63" fmla="*/ 1401 h 1707"/>
                <a:gd name="T64" fmla="*/ 367 w 1141"/>
                <a:gd name="T65" fmla="*/ 1371 h 1707"/>
                <a:gd name="T66" fmla="*/ 416 w 1141"/>
                <a:gd name="T67" fmla="*/ 1221 h 1707"/>
                <a:gd name="T68" fmla="*/ 339 w 1141"/>
                <a:gd name="T69" fmla="*/ 1210 h 1707"/>
                <a:gd name="T70" fmla="*/ 254 w 1141"/>
                <a:gd name="T71" fmla="*/ 1193 h 1707"/>
                <a:gd name="T72" fmla="*/ 171 w 1141"/>
                <a:gd name="T73" fmla="*/ 1172 h 1707"/>
                <a:gd name="T74" fmla="*/ 95 w 1141"/>
                <a:gd name="T75" fmla="*/ 1138 h 1707"/>
                <a:gd name="T76" fmla="*/ 25 w 1141"/>
                <a:gd name="T77" fmla="*/ 1082 h 1707"/>
                <a:gd name="T78" fmla="*/ 38 w 1141"/>
                <a:gd name="T79" fmla="*/ 1062 h 1707"/>
                <a:gd name="T80" fmla="*/ 58 w 1141"/>
                <a:gd name="T81" fmla="*/ 1027 h 1707"/>
                <a:gd name="T82" fmla="*/ 75 w 1141"/>
                <a:gd name="T83" fmla="*/ 995 h 1707"/>
                <a:gd name="T84" fmla="*/ 81 w 1141"/>
                <a:gd name="T85" fmla="*/ 973 h 1707"/>
                <a:gd name="T86" fmla="*/ 80 w 1141"/>
                <a:gd name="T87" fmla="*/ 929 h 1707"/>
                <a:gd name="T88" fmla="*/ 52 w 1141"/>
                <a:gd name="T89" fmla="*/ 827 h 1707"/>
                <a:gd name="T90" fmla="*/ 14 w 1141"/>
                <a:gd name="T91" fmla="*/ 711 h 1707"/>
                <a:gd name="T92" fmla="*/ 0 w 1141"/>
                <a:gd name="T93" fmla="*/ 585 h 1707"/>
                <a:gd name="T94" fmla="*/ 18 w 1141"/>
                <a:gd name="T95" fmla="*/ 443 h 1707"/>
                <a:gd name="T96" fmla="*/ 67 w 1141"/>
                <a:gd name="T97" fmla="*/ 314 h 1707"/>
                <a:gd name="T98" fmla="*/ 144 w 1141"/>
                <a:gd name="T99" fmla="*/ 201 h 1707"/>
                <a:gd name="T100" fmla="*/ 244 w 1141"/>
                <a:gd name="T101" fmla="*/ 109 h 1707"/>
                <a:gd name="T102" fmla="*/ 364 w 1141"/>
                <a:gd name="T103" fmla="*/ 43 h 1707"/>
                <a:gd name="T104" fmla="*/ 498 w 1141"/>
                <a:gd name="T105" fmla="*/ 7 h 17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41" h="1707">
                  <a:moveTo>
                    <a:pt x="570" y="0"/>
                  </a:moveTo>
                  <a:lnTo>
                    <a:pt x="571" y="0"/>
                  </a:lnTo>
                  <a:lnTo>
                    <a:pt x="643" y="7"/>
                  </a:lnTo>
                  <a:lnTo>
                    <a:pt x="712" y="20"/>
                  </a:lnTo>
                  <a:lnTo>
                    <a:pt x="777" y="43"/>
                  </a:lnTo>
                  <a:lnTo>
                    <a:pt x="840" y="72"/>
                  </a:lnTo>
                  <a:lnTo>
                    <a:pt x="897" y="109"/>
                  </a:lnTo>
                  <a:lnTo>
                    <a:pt x="950" y="152"/>
                  </a:lnTo>
                  <a:lnTo>
                    <a:pt x="997" y="201"/>
                  </a:lnTo>
                  <a:lnTo>
                    <a:pt x="1039" y="256"/>
                  </a:lnTo>
                  <a:lnTo>
                    <a:pt x="1074" y="314"/>
                  </a:lnTo>
                  <a:lnTo>
                    <a:pt x="1103" y="376"/>
                  </a:lnTo>
                  <a:lnTo>
                    <a:pt x="1124" y="443"/>
                  </a:lnTo>
                  <a:lnTo>
                    <a:pt x="1136" y="514"/>
                  </a:lnTo>
                  <a:lnTo>
                    <a:pt x="1141" y="585"/>
                  </a:lnTo>
                  <a:lnTo>
                    <a:pt x="1138" y="650"/>
                  </a:lnTo>
                  <a:lnTo>
                    <a:pt x="1127" y="711"/>
                  </a:lnTo>
                  <a:lnTo>
                    <a:pt x="1112" y="770"/>
                  </a:lnTo>
                  <a:lnTo>
                    <a:pt x="1091" y="827"/>
                  </a:lnTo>
                  <a:lnTo>
                    <a:pt x="1069" y="896"/>
                  </a:lnTo>
                  <a:lnTo>
                    <a:pt x="1062" y="929"/>
                  </a:lnTo>
                  <a:lnTo>
                    <a:pt x="1059" y="963"/>
                  </a:lnTo>
                  <a:lnTo>
                    <a:pt x="1059" y="973"/>
                  </a:lnTo>
                  <a:lnTo>
                    <a:pt x="1060" y="984"/>
                  </a:lnTo>
                  <a:lnTo>
                    <a:pt x="1065" y="995"/>
                  </a:lnTo>
                  <a:lnTo>
                    <a:pt x="1072" y="1010"/>
                  </a:lnTo>
                  <a:lnTo>
                    <a:pt x="1083" y="1027"/>
                  </a:lnTo>
                  <a:lnTo>
                    <a:pt x="1092" y="1045"/>
                  </a:lnTo>
                  <a:lnTo>
                    <a:pt x="1103" y="1062"/>
                  </a:lnTo>
                  <a:lnTo>
                    <a:pt x="1110" y="1074"/>
                  </a:lnTo>
                  <a:lnTo>
                    <a:pt x="1115" y="1082"/>
                  </a:lnTo>
                  <a:lnTo>
                    <a:pt x="1081" y="1114"/>
                  </a:lnTo>
                  <a:lnTo>
                    <a:pt x="1046" y="1138"/>
                  </a:lnTo>
                  <a:lnTo>
                    <a:pt x="1008" y="1157"/>
                  </a:lnTo>
                  <a:lnTo>
                    <a:pt x="968" y="1172"/>
                  </a:lnTo>
                  <a:lnTo>
                    <a:pt x="929" y="1183"/>
                  </a:lnTo>
                  <a:lnTo>
                    <a:pt x="886" y="1193"/>
                  </a:lnTo>
                  <a:lnTo>
                    <a:pt x="845" y="1203"/>
                  </a:lnTo>
                  <a:lnTo>
                    <a:pt x="800" y="1210"/>
                  </a:lnTo>
                  <a:lnTo>
                    <a:pt x="755" y="1216"/>
                  </a:lnTo>
                  <a:lnTo>
                    <a:pt x="724" y="1221"/>
                  </a:lnTo>
                  <a:lnTo>
                    <a:pt x="774" y="1366"/>
                  </a:lnTo>
                  <a:lnTo>
                    <a:pt x="773" y="1371"/>
                  </a:lnTo>
                  <a:lnTo>
                    <a:pt x="773" y="1383"/>
                  </a:lnTo>
                  <a:lnTo>
                    <a:pt x="771" y="1401"/>
                  </a:lnTo>
                  <a:lnTo>
                    <a:pt x="767" y="1426"/>
                  </a:lnTo>
                  <a:lnTo>
                    <a:pt x="759" y="1455"/>
                  </a:lnTo>
                  <a:lnTo>
                    <a:pt x="748" y="1488"/>
                  </a:lnTo>
                  <a:lnTo>
                    <a:pt x="733" y="1523"/>
                  </a:lnTo>
                  <a:lnTo>
                    <a:pt x="715" y="1562"/>
                  </a:lnTo>
                  <a:lnTo>
                    <a:pt x="689" y="1598"/>
                  </a:lnTo>
                  <a:lnTo>
                    <a:pt x="657" y="1636"/>
                  </a:lnTo>
                  <a:lnTo>
                    <a:pt x="617" y="1673"/>
                  </a:lnTo>
                  <a:lnTo>
                    <a:pt x="571" y="1707"/>
                  </a:lnTo>
                  <a:lnTo>
                    <a:pt x="570" y="1707"/>
                  </a:lnTo>
                  <a:lnTo>
                    <a:pt x="522" y="1673"/>
                  </a:lnTo>
                  <a:lnTo>
                    <a:pt x="484" y="1636"/>
                  </a:lnTo>
                  <a:lnTo>
                    <a:pt x="452" y="1598"/>
                  </a:lnTo>
                  <a:lnTo>
                    <a:pt x="426" y="1562"/>
                  </a:lnTo>
                  <a:lnTo>
                    <a:pt x="406" y="1523"/>
                  </a:lnTo>
                  <a:lnTo>
                    <a:pt x="391" y="1488"/>
                  </a:lnTo>
                  <a:lnTo>
                    <a:pt x="380" y="1455"/>
                  </a:lnTo>
                  <a:lnTo>
                    <a:pt x="374" y="1426"/>
                  </a:lnTo>
                  <a:lnTo>
                    <a:pt x="370" y="1401"/>
                  </a:lnTo>
                  <a:lnTo>
                    <a:pt x="368" y="1383"/>
                  </a:lnTo>
                  <a:lnTo>
                    <a:pt x="367" y="1371"/>
                  </a:lnTo>
                  <a:lnTo>
                    <a:pt x="367" y="1366"/>
                  </a:lnTo>
                  <a:lnTo>
                    <a:pt x="416" y="1221"/>
                  </a:lnTo>
                  <a:lnTo>
                    <a:pt x="385" y="1216"/>
                  </a:lnTo>
                  <a:lnTo>
                    <a:pt x="339" y="1210"/>
                  </a:lnTo>
                  <a:lnTo>
                    <a:pt x="295" y="1203"/>
                  </a:lnTo>
                  <a:lnTo>
                    <a:pt x="254" y="1193"/>
                  </a:lnTo>
                  <a:lnTo>
                    <a:pt x="212" y="1183"/>
                  </a:lnTo>
                  <a:lnTo>
                    <a:pt x="171" y="1172"/>
                  </a:lnTo>
                  <a:lnTo>
                    <a:pt x="133" y="1157"/>
                  </a:lnTo>
                  <a:lnTo>
                    <a:pt x="95" y="1138"/>
                  </a:lnTo>
                  <a:lnTo>
                    <a:pt x="58" y="1114"/>
                  </a:lnTo>
                  <a:lnTo>
                    <a:pt x="25" y="1082"/>
                  </a:lnTo>
                  <a:lnTo>
                    <a:pt x="29" y="1074"/>
                  </a:lnTo>
                  <a:lnTo>
                    <a:pt x="38" y="1062"/>
                  </a:lnTo>
                  <a:lnTo>
                    <a:pt x="47" y="1045"/>
                  </a:lnTo>
                  <a:lnTo>
                    <a:pt x="58" y="1027"/>
                  </a:lnTo>
                  <a:lnTo>
                    <a:pt x="67" y="1010"/>
                  </a:lnTo>
                  <a:lnTo>
                    <a:pt x="75" y="995"/>
                  </a:lnTo>
                  <a:lnTo>
                    <a:pt x="80" y="984"/>
                  </a:lnTo>
                  <a:lnTo>
                    <a:pt x="81" y="973"/>
                  </a:lnTo>
                  <a:lnTo>
                    <a:pt x="83" y="963"/>
                  </a:lnTo>
                  <a:lnTo>
                    <a:pt x="80" y="929"/>
                  </a:lnTo>
                  <a:lnTo>
                    <a:pt x="70" y="896"/>
                  </a:lnTo>
                  <a:lnTo>
                    <a:pt x="52" y="827"/>
                  </a:lnTo>
                  <a:lnTo>
                    <a:pt x="31" y="770"/>
                  </a:lnTo>
                  <a:lnTo>
                    <a:pt x="14" y="711"/>
                  </a:lnTo>
                  <a:lnTo>
                    <a:pt x="5" y="650"/>
                  </a:lnTo>
                  <a:lnTo>
                    <a:pt x="0" y="585"/>
                  </a:lnTo>
                  <a:lnTo>
                    <a:pt x="5" y="514"/>
                  </a:lnTo>
                  <a:lnTo>
                    <a:pt x="18" y="443"/>
                  </a:lnTo>
                  <a:lnTo>
                    <a:pt x="38" y="376"/>
                  </a:lnTo>
                  <a:lnTo>
                    <a:pt x="67" y="314"/>
                  </a:lnTo>
                  <a:lnTo>
                    <a:pt x="102" y="256"/>
                  </a:lnTo>
                  <a:lnTo>
                    <a:pt x="144" y="201"/>
                  </a:lnTo>
                  <a:lnTo>
                    <a:pt x="191" y="152"/>
                  </a:lnTo>
                  <a:lnTo>
                    <a:pt x="244" y="109"/>
                  </a:lnTo>
                  <a:lnTo>
                    <a:pt x="303" y="72"/>
                  </a:lnTo>
                  <a:lnTo>
                    <a:pt x="364" y="43"/>
                  </a:lnTo>
                  <a:lnTo>
                    <a:pt x="429" y="20"/>
                  </a:lnTo>
                  <a:lnTo>
                    <a:pt x="498" y="7"/>
                  </a:lnTo>
                  <a:lnTo>
                    <a:pt x="5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chemeClr val="bg2">
                    <a:lumMod val="10000"/>
                  </a:schemeClr>
                </a:solidFill>
                <a:effectLst/>
                <a:uLnTx/>
                <a:uFillTx/>
                <a:cs typeface="B Titr" panose="00000700000000000000" pitchFamily="2" charset="-78"/>
              </a:endParaRPr>
            </a:p>
          </p:txBody>
        </p:sp>
      </p:grpSp>
      <p:sp>
        <p:nvSpPr>
          <p:cNvPr id="53" name="Rounded Rectangle 52"/>
          <p:cNvSpPr/>
          <p:nvPr/>
        </p:nvSpPr>
        <p:spPr>
          <a:xfrm>
            <a:off x="238621" y="38380"/>
            <a:ext cx="11793416" cy="6611815"/>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8721842" y="2322111"/>
            <a:ext cx="2847064" cy="2843528"/>
          </a:xfrm>
          <a:prstGeom prst="rect">
            <a:avLst/>
          </a:prstGeom>
        </p:spPr>
      </p:pic>
    </p:spTree>
    <p:extLst>
      <p:ext uri="{BB962C8B-B14F-4D97-AF65-F5344CB8AC3E}">
        <p14:creationId xmlns:p14="http://schemas.microsoft.com/office/powerpoint/2010/main" val="260810991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p:cNvSpPr txBox="1">
            <a:spLocks/>
          </p:cNvSpPr>
          <p:nvPr/>
        </p:nvSpPr>
        <p:spPr>
          <a:xfrm>
            <a:off x="8897035" y="782438"/>
            <a:ext cx="2589051" cy="160680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fa-IR" sz="4800" dirty="0">
                <a:solidFill>
                  <a:schemeClr val="bg2">
                    <a:lumMod val="10000"/>
                  </a:schemeClr>
                </a:solidFill>
                <a:cs typeface="B Titr" panose="00000700000000000000" pitchFamily="2" charset="-78"/>
              </a:rPr>
              <a:t>خدمات اختصاصی</a:t>
            </a:r>
            <a:endParaRPr lang="en-US" sz="4800" dirty="0">
              <a:solidFill>
                <a:schemeClr val="bg2">
                  <a:lumMod val="10000"/>
                </a:schemeClr>
              </a:solidFill>
              <a:cs typeface="B Titr" panose="00000700000000000000" pitchFamily="2" charset="-78"/>
            </a:endParaRPr>
          </a:p>
        </p:txBody>
      </p:sp>
      <p:sp>
        <p:nvSpPr>
          <p:cNvPr id="53" name="Rounded Rectangle 52"/>
          <p:cNvSpPr/>
          <p:nvPr/>
        </p:nvSpPr>
        <p:spPr>
          <a:xfrm>
            <a:off x="199292" y="76012"/>
            <a:ext cx="11793416" cy="6611815"/>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8682513" y="2389239"/>
            <a:ext cx="2847064" cy="2843528"/>
          </a:xfrm>
          <a:prstGeom prst="rect">
            <a:avLst/>
          </a:prstGeom>
        </p:spPr>
      </p:pic>
      <p:sp>
        <p:nvSpPr>
          <p:cNvPr id="3" name="TextBox 2">
            <a:extLst>
              <a:ext uri="{FF2B5EF4-FFF2-40B4-BE49-F238E27FC236}">
                <a16:creationId xmlns:a16="http://schemas.microsoft.com/office/drawing/2014/main" id="{0D2BC2E0-0BC0-5F45-752A-BF37C2D7E09A}"/>
              </a:ext>
            </a:extLst>
          </p:cNvPr>
          <p:cNvSpPr txBox="1"/>
          <p:nvPr/>
        </p:nvSpPr>
        <p:spPr>
          <a:xfrm>
            <a:off x="705914" y="1061884"/>
            <a:ext cx="7867815" cy="2308324"/>
          </a:xfrm>
          <a:prstGeom prst="rect">
            <a:avLst/>
          </a:prstGeom>
          <a:noFill/>
        </p:spPr>
        <p:txBody>
          <a:bodyPr wrap="square" rtlCol="0">
            <a:spAutoFit/>
          </a:bodyPr>
          <a:lstStyle/>
          <a:p>
            <a:pPr marL="0" marR="0" lvl="0" indent="0" algn="just" defTabSz="1218987" rtl="1" eaLnBrk="1" fontAlgn="auto" latinLnBrk="0" hangingPunct="1">
              <a:lnSpc>
                <a:spcPct val="100000"/>
              </a:lnSpc>
              <a:spcBef>
                <a:spcPts val="0"/>
              </a:spcBef>
              <a:spcAft>
                <a:spcPts val="0"/>
              </a:spcAft>
              <a:buClrTx/>
              <a:buSzTx/>
              <a:buFontTx/>
              <a:buNone/>
              <a:tabLst/>
              <a:defRPr/>
            </a:pPr>
            <a:r>
              <a:rPr kumimoji="0" lang="fa-IR" sz="18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انتشار گسترده آگهی های استخدامی</a:t>
            </a:r>
          </a:p>
          <a:p>
            <a:pPr marL="0" marR="0" lvl="0" indent="0" algn="just" defTabSz="1218987" rtl="1" eaLnBrk="1" fontAlgn="auto" latinLnBrk="0" hangingPunct="1">
              <a:lnSpc>
                <a:spcPct val="100000"/>
              </a:lnSpc>
              <a:spcBef>
                <a:spcPts val="0"/>
              </a:spcBef>
              <a:spcAft>
                <a:spcPts val="0"/>
              </a:spcAft>
              <a:buClrTx/>
              <a:buSzTx/>
              <a:buFontTx/>
              <a:buNone/>
              <a:tabLst/>
              <a:defRPr/>
            </a:pPr>
            <a:endParaRPr kumimoji="0" lang="fa-IR" sz="18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p>
            <a:pPr marL="0" marR="0" lvl="0" indent="0" algn="just" defTabSz="1218987" rtl="1" eaLnBrk="1" fontAlgn="auto" latinLnBrk="0" hangingPunct="1">
              <a:lnSpc>
                <a:spcPct val="100000"/>
              </a:lnSpc>
              <a:spcBef>
                <a:spcPts val="0"/>
              </a:spcBef>
              <a:spcAft>
                <a:spcPts val="0"/>
              </a:spcAft>
              <a:buClrTx/>
              <a:buSzTx/>
              <a:buFontTx/>
              <a:buNone/>
              <a:tabLst/>
              <a:defRPr/>
            </a:pPr>
            <a:r>
              <a:rPr kumimoji="0" lang="fa-IR" sz="18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انتشار آگهی در کانال های استخدامی شبکه متخصصین آکادمیک ایران. هر آگهی پس از تایید  ابتدا در شبکه های اجتماعی منتشر می شود سپس در پایان هفته در لیست آگهی ها منتشر می شود. در صورتی که جذب رزومه کافی نبود. پس از بررسی مجدد آگهی و اعمال تغییر یک نوبت دیگر منتشر خواهد شد.</a:t>
            </a:r>
          </a:p>
          <a:p>
            <a:pPr marL="0" marR="0" lvl="0" indent="0" algn="just" defTabSz="1218987" rtl="1" eaLnBrk="1" fontAlgn="auto" latinLnBrk="0" hangingPunct="1">
              <a:lnSpc>
                <a:spcPct val="100000"/>
              </a:lnSpc>
              <a:spcBef>
                <a:spcPts val="0"/>
              </a:spcBef>
              <a:spcAft>
                <a:spcPts val="0"/>
              </a:spcAft>
              <a:buClrTx/>
              <a:buSzTx/>
              <a:buFontTx/>
              <a:buNone/>
              <a:tabLst/>
              <a:defRPr/>
            </a:pPr>
            <a:endParaRPr kumimoji="0" lang="fa-IR" sz="18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endParaRPr>
          </a:p>
          <a:p>
            <a:pPr marL="0" marR="0" lvl="0" indent="0" algn="just" defTabSz="1218987" rtl="1" eaLnBrk="1" fontAlgn="auto" latinLnBrk="0" hangingPunct="1">
              <a:lnSpc>
                <a:spcPct val="100000"/>
              </a:lnSpc>
              <a:spcBef>
                <a:spcPts val="0"/>
              </a:spcBef>
              <a:spcAft>
                <a:spcPts val="0"/>
              </a:spcAft>
              <a:buClrTx/>
              <a:buSzTx/>
              <a:buFontTx/>
              <a:buNone/>
              <a:tabLst/>
              <a:defRPr/>
            </a:pPr>
            <a:r>
              <a:rPr kumimoji="0" lang="fa-IR" sz="1800" b="1"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ساختار پرداخت: </a:t>
            </a:r>
            <a:r>
              <a:rPr kumimoji="0" lang="fa-IR" sz="1800" u="none" strike="noStrike" kern="1200" cap="none" spc="0" normalizeH="0" baseline="0" dirty="0">
                <a:ln>
                  <a:noFill/>
                </a:ln>
                <a:solidFill>
                  <a:schemeClr val="tx1"/>
                </a:solidFill>
                <a:effectLst/>
                <a:uLnTx/>
                <a:uFillTx/>
                <a:latin typeface="IRANSansDN" panose="020B0506030804020204" pitchFamily="34" charset="-78"/>
                <a:ea typeface="+mn-ea"/>
                <a:cs typeface="B Nazanin" panose="00000400000000000000" pitchFamily="2" charset="-78"/>
              </a:rPr>
              <a:t>تسویه کامل مبلغ قرارداد در ابتدای دوره همکاری </a:t>
            </a:r>
          </a:p>
          <a:p>
            <a:endParaRPr lang="en-US" dirty="0"/>
          </a:p>
        </p:txBody>
      </p:sp>
      <p:sp>
        <p:nvSpPr>
          <p:cNvPr id="5" name="TextBox 4">
            <a:extLst>
              <a:ext uri="{FF2B5EF4-FFF2-40B4-BE49-F238E27FC236}">
                <a16:creationId xmlns:a16="http://schemas.microsoft.com/office/drawing/2014/main" id="{64646C1D-1B7D-CF87-7EE1-135F795C2F48}"/>
              </a:ext>
            </a:extLst>
          </p:cNvPr>
          <p:cNvSpPr txBox="1"/>
          <p:nvPr/>
        </p:nvSpPr>
        <p:spPr>
          <a:xfrm>
            <a:off x="1120878" y="3834581"/>
            <a:ext cx="7374194" cy="2585323"/>
          </a:xfrm>
          <a:prstGeom prst="rect">
            <a:avLst/>
          </a:prstGeom>
          <a:noFill/>
        </p:spPr>
        <p:txBody>
          <a:bodyPr wrap="square" rtlCol="0">
            <a:spAutoFit/>
          </a:bodyPr>
          <a:lstStyle/>
          <a:p>
            <a:pPr marL="0" marR="0" lvl="0" indent="0" algn="just" defTabSz="1218987" rtl="1" eaLnBrk="1" fontAlgn="auto" latinLnBrk="0" hangingPunct="1">
              <a:lnSpc>
                <a:spcPct val="100000"/>
              </a:lnSpc>
              <a:spcBef>
                <a:spcPts val="0"/>
              </a:spcBef>
              <a:spcAft>
                <a:spcPts val="0"/>
              </a:spcAft>
              <a:buClrTx/>
              <a:buSzTx/>
              <a:buFontTx/>
              <a:buNone/>
              <a:tabLst/>
              <a:defRPr/>
            </a:pPr>
            <a:r>
              <a:rPr lang="fa-IR" b="1" dirty="0">
                <a:cs typeface="B Nazanin" panose="00000400000000000000" pitchFamily="2" charset="-78"/>
              </a:rPr>
              <a:t>بانک رزومه غربال شده</a:t>
            </a:r>
          </a:p>
          <a:p>
            <a:pPr marL="0" marR="0" lvl="0" indent="0" algn="just" defTabSz="1218987" rtl="1" eaLnBrk="1" fontAlgn="auto" latinLnBrk="0" hangingPunct="1">
              <a:lnSpc>
                <a:spcPct val="100000"/>
              </a:lnSpc>
              <a:spcBef>
                <a:spcPts val="0"/>
              </a:spcBef>
              <a:spcAft>
                <a:spcPts val="0"/>
              </a:spcAft>
              <a:buClrTx/>
              <a:buSzTx/>
              <a:buFontTx/>
              <a:buNone/>
              <a:tabLst/>
              <a:defRPr/>
            </a:pPr>
            <a:endParaRPr lang="fa-IR" b="1" dirty="0">
              <a:cs typeface="B Nazanin" panose="00000400000000000000" pitchFamily="2" charset="-78"/>
            </a:endParaRPr>
          </a:p>
          <a:p>
            <a:pPr marL="0" marR="0" lvl="0" indent="0" algn="just" defTabSz="1218987" rtl="1" eaLnBrk="1" fontAlgn="auto" latinLnBrk="0" hangingPunct="1">
              <a:lnSpc>
                <a:spcPct val="100000"/>
              </a:lnSpc>
              <a:spcBef>
                <a:spcPts val="0"/>
              </a:spcBef>
              <a:spcAft>
                <a:spcPts val="0"/>
              </a:spcAft>
              <a:buClrTx/>
              <a:buSzTx/>
              <a:buFontTx/>
              <a:buNone/>
              <a:tabLst/>
              <a:defRPr/>
            </a:pPr>
            <a:r>
              <a:rPr lang="fa-IR" dirty="0">
                <a:cs typeface="B Nazanin" panose="00000400000000000000" pitchFamily="2" charset="-78"/>
              </a:rPr>
              <a:t>تهیه بانک رزومه مورد نیاز کارفرما و انجام مصاحبه‌های اولیه، بررسی انگیزه شغلی کارجو، ارزیابی تطابق رفتاری و تهیه گزارش‌های اولیه از شخصیت حرفه‌ای کاندیداها. این بانک به دو صورت بانک رزومه غربال شده بدون ارزیابی و بانک رزومه غربال شده همراه با ارزیابی و گزارش امتیاز دهی می باشد.</a:t>
            </a:r>
          </a:p>
          <a:p>
            <a:pPr marL="0" marR="0" lvl="0" indent="0" algn="just" defTabSz="1218987" rtl="1" eaLnBrk="1" fontAlgn="auto" latinLnBrk="0" hangingPunct="1">
              <a:lnSpc>
                <a:spcPct val="100000"/>
              </a:lnSpc>
              <a:spcBef>
                <a:spcPts val="0"/>
              </a:spcBef>
              <a:spcAft>
                <a:spcPts val="0"/>
              </a:spcAft>
              <a:buClrTx/>
              <a:buSzTx/>
              <a:buFontTx/>
              <a:buNone/>
              <a:tabLst/>
              <a:defRPr/>
            </a:pPr>
            <a:r>
              <a:rPr lang="fa-IR" b="1" dirty="0">
                <a:cs typeface="B Nazanin" panose="00000400000000000000" pitchFamily="2" charset="-78"/>
              </a:rPr>
              <a:t>خروجی</a:t>
            </a:r>
            <a:r>
              <a:rPr lang="fa-IR" b="1" dirty="0"/>
              <a:t>:</a:t>
            </a:r>
            <a:r>
              <a:rPr lang="fa-IR" dirty="0"/>
              <a:t> </a:t>
            </a:r>
            <a:r>
              <a:rPr lang="fa-IR" dirty="0">
                <a:cs typeface="B Nazanin" panose="00000400000000000000" pitchFamily="2" charset="-78"/>
              </a:rPr>
              <a:t>ارائه رزومه‌های منتخب به‌همراه گزارش ارزیابی و امتیازدهی </a:t>
            </a:r>
          </a:p>
          <a:p>
            <a:pPr marL="0" marR="0" lvl="0" indent="0" algn="just" defTabSz="1218987" rtl="1" eaLnBrk="1" fontAlgn="auto" latinLnBrk="0" hangingPunct="1">
              <a:lnSpc>
                <a:spcPct val="100000"/>
              </a:lnSpc>
              <a:spcBef>
                <a:spcPts val="0"/>
              </a:spcBef>
              <a:spcAft>
                <a:spcPts val="0"/>
              </a:spcAft>
              <a:buClrTx/>
              <a:buSzTx/>
              <a:buFontTx/>
              <a:buNone/>
              <a:tabLst/>
              <a:defRPr/>
            </a:pPr>
            <a:endParaRPr lang="en-US" dirty="0">
              <a:cs typeface="B Nazanin" panose="00000400000000000000" pitchFamily="2" charset="-78"/>
            </a:endParaRPr>
          </a:p>
          <a:p>
            <a:pPr marL="0" marR="0" lvl="0" indent="0" algn="just" defTabSz="1218987" rtl="1" eaLnBrk="1" fontAlgn="auto" latinLnBrk="0" hangingPunct="1">
              <a:lnSpc>
                <a:spcPct val="100000"/>
              </a:lnSpc>
              <a:spcBef>
                <a:spcPts val="0"/>
              </a:spcBef>
              <a:spcAft>
                <a:spcPts val="0"/>
              </a:spcAft>
              <a:buClrTx/>
              <a:buSzTx/>
              <a:buFontTx/>
              <a:buNone/>
              <a:tabLst/>
              <a:defRPr/>
            </a:pPr>
            <a:r>
              <a:rPr lang="fa-IR" b="1" dirty="0">
                <a:cs typeface="B Nazanin" panose="00000400000000000000" pitchFamily="2" charset="-78"/>
              </a:rPr>
              <a:t>ساختار پرداخت: </a:t>
            </a:r>
            <a:r>
              <a:rPr lang="fa-IR" dirty="0">
                <a:cs typeface="B Nazanin" panose="00000400000000000000" pitchFamily="2" charset="-78"/>
              </a:rPr>
              <a:t>تسویه کامل مبلغ قرارداد در ابتدای دوره همکاری </a:t>
            </a:r>
          </a:p>
          <a:p>
            <a:endParaRPr lang="en-US" dirty="0"/>
          </a:p>
        </p:txBody>
      </p:sp>
    </p:spTree>
    <p:extLst>
      <p:ext uri="{BB962C8B-B14F-4D97-AF65-F5344CB8AC3E}">
        <p14:creationId xmlns:p14="http://schemas.microsoft.com/office/powerpoint/2010/main" val="348652258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p:cNvSpPr txBox="1">
            <a:spLocks/>
          </p:cNvSpPr>
          <p:nvPr/>
        </p:nvSpPr>
        <p:spPr>
          <a:xfrm>
            <a:off x="8897035" y="782438"/>
            <a:ext cx="2589051" cy="160680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fa-IR" sz="4800" dirty="0">
                <a:solidFill>
                  <a:schemeClr val="bg2">
                    <a:lumMod val="10000"/>
                  </a:schemeClr>
                </a:solidFill>
                <a:cs typeface="B Titr" panose="00000700000000000000" pitchFamily="2" charset="-78"/>
              </a:rPr>
              <a:t>خدمات اختصاصی</a:t>
            </a:r>
            <a:endParaRPr lang="en-US" sz="4800" dirty="0">
              <a:solidFill>
                <a:schemeClr val="bg2">
                  <a:lumMod val="10000"/>
                </a:schemeClr>
              </a:solidFill>
              <a:cs typeface="B Titr" panose="00000700000000000000" pitchFamily="2" charset="-78"/>
            </a:endParaRPr>
          </a:p>
        </p:txBody>
      </p:sp>
      <p:sp>
        <p:nvSpPr>
          <p:cNvPr id="53" name="Rounded Rectangle 52"/>
          <p:cNvSpPr/>
          <p:nvPr/>
        </p:nvSpPr>
        <p:spPr>
          <a:xfrm>
            <a:off x="199292" y="76012"/>
            <a:ext cx="11793416" cy="6611815"/>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8682513" y="2389239"/>
            <a:ext cx="2847064" cy="2843528"/>
          </a:xfrm>
          <a:prstGeom prst="rect">
            <a:avLst/>
          </a:prstGeom>
        </p:spPr>
      </p:pic>
      <p:sp>
        <p:nvSpPr>
          <p:cNvPr id="3" name="TextBox 2">
            <a:extLst>
              <a:ext uri="{FF2B5EF4-FFF2-40B4-BE49-F238E27FC236}">
                <a16:creationId xmlns:a16="http://schemas.microsoft.com/office/drawing/2014/main" id="{0D2BC2E0-0BC0-5F45-752A-BF37C2D7E09A}"/>
              </a:ext>
            </a:extLst>
          </p:cNvPr>
          <p:cNvSpPr txBox="1"/>
          <p:nvPr/>
        </p:nvSpPr>
        <p:spPr>
          <a:xfrm>
            <a:off x="662423" y="865745"/>
            <a:ext cx="7867815" cy="3046988"/>
          </a:xfrm>
          <a:prstGeom prst="rect">
            <a:avLst/>
          </a:prstGeom>
          <a:noFill/>
        </p:spPr>
        <p:txBody>
          <a:bodyPr wrap="square" rtlCol="0">
            <a:spAutoFit/>
          </a:bodyPr>
          <a:lstStyle/>
          <a:p>
            <a:pPr marL="0" marR="0" lvl="0" indent="0" algn="just" defTabSz="1218987" rtl="1" eaLnBrk="1" fontAlgn="auto" latinLnBrk="0" hangingPunct="1">
              <a:lnSpc>
                <a:spcPct val="100000"/>
              </a:lnSpc>
              <a:spcBef>
                <a:spcPts val="0"/>
              </a:spcBef>
              <a:spcAft>
                <a:spcPts val="0"/>
              </a:spcAft>
              <a:buClrTx/>
              <a:buSzTx/>
              <a:buFontTx/>
              <a:buNone/>
              <a:tabLst/>
              <a:defRPr/>
            </a:pPr>
            <a:r>
              <a:rPr lang="fa-IR" b="1" dirty="0">
                <a:cs typeface="B Nazanin" panose="00000400000000000000" pitchFamily="2" charset="-78"/>
              </a:rPr>
              <a:t>هد هانتینگ</a:t>
            </a:r>
          </a:p>
          <a:p>
            <a:pPr marL="0" marR="0" lvl="0" indent="0" algn="just" defTabSz="1218987" rtl="1" eaLnBrk="1" fontAlgn="auto" latinLnBrk="0" hangingPunct="1">
              <a:lnSpc>
                <a:spcPct val="100000"/>
              </a:lnSpc>
              <a:spcBef>
                <a:spcPts val="0"/>
              </a:spcBef>
              <a:spcAft>
                <a:spcPts val="0"/>
              </a:spcAft>
              <a:buClrTx/>
              <a:buSzTx/>
              <a:buFontTx/>
              <a:buNone/>
              <a:tabLst/>
              <a:defRPr/>
            </a:pPr>
            <a:r>
              <a:rPr lang="fa-IR" dirty="0">
                <a:cs typeface="B Nazanin" panose="00000400000000000000" pitchFamily="2" charset="-78"/>
              </a:rPr>
              <a:t>جذب نیروی مورد نیاز مدیریت کامل فرآیند جذب و استخدام از جمله شناسایی ارزیابی عمیق، مدیریت مذاکرات اولیه، انجام مصاحبه‌های تخصصی روانشناختی و همراهی تا مرحله امضای قرارداد نهایی.</a:t>
            </a:r>
          </a:p>
          <a:p>
            <a:pPr marL="0" marR="0" lvl="0" indent="0" algn="just" defTabSz="1218987" rtl="1" eaLnBrk="1" fontAlgn="auto" latinLnBrk="0" hangingPunct="1">
              <a:lnSpc>
                <a:spcPct val="100000"/>
              </a:lnSpc>
              <a:spcBef>
                <a:spcPts val="0"/>
              </a:spcBef>
              <a:spcAft>
                <a:spcPts val="0"/>
              </a:spcAft>
              <a:buClrTx/>
              <a:buSzTx/>
              <a:buFontTx/>
              <a:buNone/>
              <a:tabLst/>
              <a:defRPr/>
            </a:pPr>
            <a:r>
              <a:rPr lang="fa-IR" b="1" dirty="0">
                <a:cs typeface="B Nazanin" panose="00000400000000000000" pitchFamily="2" charset="-78"/>
              </a:rPr>
              <a:t>ضمانت کیفیت و ماندگاری: </a:t>
            </a:r>
            <a:r>
              <a:rPr lang="fa-IR" dirty="0">
                <a:cs typeface="B Nazanin" panose="00000400000000000000" pitchFamily="2" charset="-78"/>
              </a:rPr>
              <a:t>ما متعهد هستیم که کیفیت عملکرد نیروی معرفی شده را تضمین کنیم. در صورت عدم ماندگاری فرد در سازمان یا عدم رضایت کارفرما از عملکرد وی در بازه زمانی کمتر از 30 روز کاری، متعهد می‌شویم فرآیند جذب مجدد را بدون دریافت هیچ‌گونه هزینه اضافه‌ای تکرار نماییم..</a:t>
            </a:r>
          </a:p>
          <a:p>
            <a:pPr marL="0" marR="0" lvl="0" indent="0" algn="just" defTabSz="1218987" rtl="1" eaLnBrk="1" fontAlgn="auto" latinLnBrk="0" hangingPunct="1">
              <a:lnSpc>
                <a:spcPct val="100000"/>
              </a:lnSpc>
              <a:spcBef>
                <a:spcPts val="0"/>
              </a:spcBef>
              <a:spcAft>
                <a:spcPts val="0"/>
              </a:spcAft>
              <a:buClrTx/>
              <a:buSzTx/>
              <a:buFontTx/>
              <a:buNone/>
              <a:tabLst/>
              <a:defRPr/>
            </a:pPr>
            <a:endParaRPr kumimoji="0" lang="fa-IR" sz="1600" b="1" i="0" u="none" strike="noStrike" kern="1200" cap="none" spc="0" normalizeH="0" baseline="0" noProof="0" dirty="0">
              <a:ln>
                <a:noFill/>
              </a:ln>
              <a:solidFill>
                <a:prstClr val="black"/>
              </a:solidFill>
              <a:effectLst/>
              <a:uLnTx/>
              <a:uFillTx/>
              <a:latin typeface="IRANSansDN" panose="020B0506030804020204" pitchFamily="34" charset="-78"/>
              <a:ea typeface="+mn-ea"/>
              <a:cs typeface="B Nazanin" panose="00000400000000000000" pitchFamily="2" charset="-78"/>
            </a:endParaRPr>
          </a:p>
          <a:p>
            <a:pPr marL="0" marR="0" lvl="0" indent="0" algn="r" defTabSz="1218987" rtl="1" eaLnBrk="1" fontAlgn="auto" latinLnBrk="0" hangingPunct="1">
              <a:lnSpc>
                <a:spcPct val="100000"/>
              </a:lnSpc>
              <a:spcBef>
                <a:spcPts val="0"/>
              </a:spcBef>
              <a:spcAft>
                <a:spcPts val="0"/>
              </a:spcAft>
              <a:buClrTx/>
              <a:buSzTx/>
              <a:buFontTx/>
              <a:buNone/>
              <a:tabLst/>
              <a:defRPr/>
            </a:pPr>
            <a:r>
              <a:rPr lang="fa-IR" b="1" dirty="0">
                <a:cs typeface="B Nazanin" panose="00000400000000000000" pitchFamily="2" charset="-78"/>
              </a:rPr>
              <a:t>ساختاری پرداخت: </a:t>
            </a:r>
            <a:br>
              <a:rPr kumimoji="0" lang="fa-IR" sz="1600" b="1" i="0" u="none" strike="noStrike" kern="1200" cap="none" spc="0" normalizeH="0" baseline="0" noProof="0" dirty="0">
                <a:ln>
                  <a:noFill/>
                </a:ln>
                <a:solidFill>
                  <a:prstClr val="black"/>
                </a:solidFill>
                <a:effectLst/>
                <a:uLnTx/>
                <a:uFillTx/>
                <a:latin typeface="Calibri" panose="020F0502020204030204"/>
                <a:ea typeface="+mn-ea"/>
                <a:cs typeface="B Nazanin" panose="00000400000000000000" pitchFamily="2" charset="-78"/>
              </a:rPr>
            </a:br>
            <a:r>
              <a:rPr kumimoji="0" lang="fa-IR" sz="1600" i="0" u="none" strike="noStrike" kern="1200" cap="none" spc="0" normalizeH="0" baseline="0" noProof="0">
                <a:ln>
                  <a:noFill/>
                </a:ln>
                <a:solidFill>
                  <a:prstClr val="black"/>
                </a:solidFill>
                <a:effectLst/>
                <a:uLnTx/>
                <a:uFillTx/>
                <a:latin typeface="Calibri" panose="020F0502020204030204"/>
                <a:ea typeface="+mn-ea"/>
                <a:cs typeface="B Nazanin" panose="00000400000000000000" pitchFamily="2" charset="-78"/>
              </a:rPr>
              <a:t>50% مبلغ </a:t>
            </a:r>
            <a:r>
              <a:rPr kumimoji="0" lang="fa-IR" sz="1600" i="0" u="none" strike="noStrike" kern="1200" cap="none" spc="0" normalizeH="0" baseline="0" noProof="0" dirty="0">
                <a:ln>
                  <a:noFill/>
                </a:ln>
                <a:solidFill>
                  <a:prstClr val="black"/>
                </a:solidFill>
                <a:effectLst/>
                <a:uLnTx/>
                <a:uFillTx/>
                <a:latin typeface="Calibri" panose="020F0502020204030204"/>
                <a:ea typeface="+mn-ea"/>
                <a:cs typeface="B Nazanin" panose="00000400000000000000" pitchFamily="2" charset="-78"/>
              </a:rPr>
              <a:t>قرارداد در زمان امضای قرارداد.</a:t>
            </a:r>
            <a:br>
              <a:rPr kumimoji="0" lang="fa-IR" sz="1600" i="0" u="none" strike="noStrike" kern="1200" cap="none" spc="0" normalizeH="0" baseline="0" noProof="0" dirty="0">
                <a:ln>
                  <a:noFill/>
                </a:ln>
                <a:solidFill>
                  <a:prstClr val="black"/>
                </a:solidFill>
                <a:effectLst/>
                <a:uLnTx/>
                <a:uFillTx/>
                <a:latin typeface="Calibri" panose="020F0502020204030204"/>
                <a:ea typeface="+mn-ea"/>
                <a:cs typeface="B Nazanin" panose="00000400000000000000" pitchFamily="2" charset="-78"/>
              </a:rPr>
            </a:br>
            <a:r>
              <a:rPr kumimoji="0" lang="fa-IR" sz="1600" i="0" u="none" strike="noStrike" kern="1200" cap="none" spc="0" normalizeH="0" baseline="0" noProof="0" dirty="0">
                <a:ln>
                  <a:noFill/>
                </a:ln>
                <a:solidFill>
                  <a:prstClr val="black"/>
                </a:solidFill>
                <a:effectLst/>
                <a:uLnTx/>
                <a:uFillTx/>
                <a:latin typeface="Calibri" panose="020F0502020204030204"/>
                <a:ea typeface="+mn-ea"/>
                <a:cs typeface="B Nazanin" panose="00000400000000000000" pitchFamily="2" charset="-78"/>
              </a:rPr>
              <a:t>50% باقی‌مانده در زمان جذب نهایی و شروع به کار فرد.</a:t>
            </a:r>
            <a:endParaRPr kumimoji="0" lang="fa-IR" sz="1600" i="0" u="none" strike="noStrike" kern="1200" cap="none" spc="0" normalizeH="0" baseline="0" noProof="0" dirty="0">
              <a:ln>
                <a:noFill/>
              </a:ln>
              <a:solidFill>
                <a:prstClr val="black"/>
              </a:solidFill>
              <a:effectLst/>
              <a:uLnTx/>
              <a:uFillTx/>
              <a:latin typeface="IRANSansDN" panose="020B0506030804020204" pitchFamily="34" charset="-78"/>
              <a:ea typeface="+mn-ea"/>
              <a:cs typeface="B Nazanin" panose="00000400000000000000" pitchFamily="2" charset="-78"/>
            </a:endParaRPr>
          </a:p>
          <a:p>
            <a:endParaRPr lang="en-US" dirty="0"/>
          </a:p>
        </p:txBody>
      </p:sp>
      <p:sp>
        <p:nvSpPr>
          <p:cNvPr id="5" name="TextBox 4">
            <a:extLst>
              <a:ext uri="{FF2B5EF4-FFF2-40B4-BE49-F238E27FC236}">
                <a16:creationId xmlns:a16="http://schemas.microsoft.com/office/drawing/2014/main" id="{64646C1D-1B7D-CF87-7EE1-135F795C2F48}"/>
              </a:ext>
            </a:extLst>
          </p:cNvPr>
          <p:cNvSpPr txBox="1"/>
          <p:nvPr/>
        </p:nvSpPr>
        <p:spPr>
          <a:xfrm>
            <a:off x="1081549" y="3923071"/>
            <a:ext cx="7374194" cy="2308324"/>
          </a:xfrm>
          <a:prstGeom prst="rect">
            <a:avLst/>
          </a:prstGeom>
          <a:noFill/>
        </p:spPr>
        <p:txBody>
          <a:bodyPr wrap="square" rtlCol="0">
            <a:spAutoFit/>
          </a:bodyPr>
          <a:lstStyle/>
          <a:p>
            <a:pPr marL="0" marR="0" lvl="0" indent="0" algn="just" defTabSz="1218987" rtl="1" eaLnBrk="1" fontAlgn="auto" latinLnBrk="0" hangingPunct="1">
              <a:lnSpc>
                <a:spcPct val="100000"/>
              </a:lnSpc>
              <a:spcBef>
                <a:spcPts val="0"/>
              </a:spcBef>
              <a:spcAft>
                <a:spcPts val="0"/>
              </a:spcAft>
              <a:buClrTx/>
              <a:buSzTx/>
              <a:buFontTx/>
              <a:buNone/>
              <a:tabLst/>
              <a:defRPr/>
            </a:pPr>
            <a:r>
              <a:rPr lang="fa-IR" b="1" dirty="0">
                <a:cs typeface="B Nazanin" panose="00000400000000000000" pitchFamily="2" charset="-78"/>
              </a:rPr>
              <a:t>برگزاری دوره های آموزش سازمانی</a:t>
            </a:r>
          </a:p>
          <a:p>
            <a:pPr marL="0" marR="0" lvl="0" indent="0" algn="just" defTabSz="1218987" rtl="1" eaLnBrk="1" fontAlgn="auto" latinLnBrk="0" hangingPunct="1">
              <a:lnSpc>
                <a:spcPct val="100000"/>
              </a:lnSpc>
              <a:spcBef>
                <a:spcPts val="0"/>
              </a:spcBef>
              <a:spcAft>
                <a:spcPts val="0"/>
              </a:spcAft>
              <a:buClrTx/>
              <a:buSzTx/>
              <a:buFontTx/>
              <a:buNone/>
              <a:tabLst/>
              <a:defRPr/>
            </a:pPr>
            <a:endParaRPr lang="fa-IR" b="1" dirty="0">
              <a:cs typeface="B Nazanin" panose="00000400000000000000" pitchFamily="2" charset="-78"/>
            </a:endParaRPr>
          </a:p>
          <a:p>
            <a:pPr marL="0" marR="0" lvl="0" indent="0" algn="just" defTabSz="1218987" rtl="1" eaLnBrk="1" fontAlgn="auto" latinLnBrk="0" hangingPunct="1">
              <a:lnSpc>
                <a:spcPct val="100000"/>
              </a:lnSpc>
              <a:spcBef>
                <a:spcPts val="0"/>
              </a:spcBef>
              <a:spcAft>
                <a:spcPts val="0"/>
              </a:spcAft>
              <a:buClrTx/>
              <a:buSzTx/>
              <a:buFontTx/>
              <a:buNone/>
              <a:tabLst/>
              <a:defRPr/>
            </a:pPr>
            <a:r>
              <a:rPr lang="fa-IR" dirty="0">
                <a:cs typeface="B Nazanin" panose="00000400000000000000" pitchFamily="2" charset="-78"/>
              </a:rPr>
              <a:t>برگزاری دوره های آموزشی ویژه سازمان ها با موضوعات مختلف نظیر برند کارفرمایی، جذب و نگهداشت، بهینه سازی فرآیند های منابع انسانی و...</a:t>
            </a:r>
          </a:p>
          <a:p>
            <a:pPr marL="0" marR="0" lvl="0" indent="0" algn="just" defTabSz="1218987" rtl="1" eaLnBrk="1" fontAlgn="auto" latinLnBrk="0" hangingPunct="1">
              <a:lnSpc>
                <a:spcPct val="100000"/>
              </a:lnSpc>
              <a:spcBef>
                <a:spcPts val="0"/>
              </a:spcBef>
              <a:spcAft>
                <a:spcPts val="0"/>
              </a:spcAft>
              <a:buClrTx/>
              <a:buSzTx/>
              <a:buFontTx/>
              <a:buNone/>
              <a:tabLst/>
              <a:defRPr/>
            </a:pPr>
            <a:r>
              <a:rPr lang="fa-IR" dirty="0">
                <a:cs typeface="B Nazanin" panose="00000400000000000000" pitchFamily="2" charset="-78"/>
              </a:rPr>
              <a:t>این دوره های به صورت اختصصای و بر اساس نیازهای احصا شده هر سازمان طراحی و ارائه می شود.</a:t>
            </a:r>
          </a:p>
          <a:p>
            <a:pPr marL="0" marR="0" lvl="0" indent="0" algn="just" defTabSz="1218987" rtl="1" eaLnBrk="1" fontAlgn="auto" latinLnBrk="0" hangingPunct="1">
              <a:lnSpc>
                <a:spcPct val="100000"/>
              </a:lnSpc>
              <a:spcBef>
                <a:spcPts val="0"/>
              </a:spcBef>
              <a:spcAft>
                <a:spcPts val="0"/>
              </a:spcAft>
              <a:buClrTx/>
              <a:buSzTx/>
              <a:buFontTx/>
              <a:buNone/>
              <a:tabLst/>
              <a:defRPr/>
            </a:pPr>
            <a:endParaRPr lang="en-US" dirty="0">
              <a:cs typeface="B Nazanin" panose="00000400000000000000" pitchFamily="2" charset="-78"/>
            </a:endParaRPr>
          </a:p>
          <a:p>
            <a:pPr marL="0" marR="0" lvl="0" indent="0" algn="just" defTabSz="1218987" rtl="1" eaLnBrk="1" fontAlgn="auto" latinLnBrk="0" hangingPunct="1">
              <a:lnSpc>
                <a:spcPct val="100000"/>
              </a:lnSpc>
              <a:spcBef>
                <a:spcPts val="0"/>
              </a:spcBef>
              <a:spcAft>
                <a:spcPts val="0"/>
              </a:spcAft>
              <a:buClrTx/>
              <a:buSzTx/>
              <a:buFontTx/>
              <a:buNone/>
              <a:tabLst/>
              <a:defRPr/>
            </a:pPr>
            <a:r>
              <a:rPr lang="fa-IR" b="1" dirty="0">
                <a:cs typeface="B Nazanin" panose="00000400000000000000" pitchFamily="2" charset="-78"/>
              </a:rPr>
              <a:t>ساختار پرداخت: </a:t>
            </a:r>
            <a:r>
              <a:rPr lang="fa-IR" sz="1600" dirty="0">
                <a:solidFill>
                  <a:prstClr val="black"/>
                </a:solidFill>
                <a:latin typeface="Calibri" panose="020F0502020204030204"/>
                <a:cs typeface="B Nazanin" panose="00000400000000000000" pitchFamily="2" charset="-78"/>
              </a:rPr>
              <a:t>تسویه کامل مبلغ قرارداد در ابتدای دوره همکاری</a:t>
            </a:r>
          </a:p>
          <a:p>
            <a:endParaRPr lang="en-US" dirty="0"/>
          </a:p>
        </p:txBody>
      </p:sp>
    </p:spTree>
    <p:extLst>
      <p:ext uri="{BB962C8B-B14F-4D97-AF65-F5344CB8AC3E}">
        <p14:creationId xmlns:p14="http://schemas.microsoft.com/office/powerpoint/2010/main" val="317380567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flipH="1">
            <a:off x="1421075" y="1912026"/>
            <a:ext cx="9513040" cy="3896573"/>
            <a:chOff x="1256157" y="1916390"/>
            <a:chExt cx="9515510" cy="3897587"/>
          </a:xfrm>
        </p:grpSpPr>
        <p:cxnSp>
          <p:nvCxnSpPr>
            <p:cNvPr id="5" name="Straight Connector 4"/>
            <p:cNvCxnSpPr/>
            <p:nvPr/>
          </p:nvCxnSpPr>
          <p:spPr>
            <a:xfrm>
              <a:off x="7047070" y="3085680"/>
              <a:ext cx="365759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980068" y="3175067"/>
              <a:ext cx="3791599" cy="461785"/>
            </a:xfrm>
            <a:prstGeom prst="rect">
              <a:avLst/>
            </a:prstGeom>
          </p:spPr>
          <p:txBody>
            <a:bodyPr wrap="square">
              <a:spAutoFit/>
            </a:bodyPr>
            <a:lstStyle/>
            <a:p>
              <a:pPr algn="ctr" defTabSz="914126"/>
              <a:r>
                <a:rPr lang="fa-IR" sz="2400" dirty="0">
                  <a:solidFill>
                    <a:schemeClr val="tx1">
                      <a:lumMod val="75000"/>
                      <a:lumOff val="25000"/>
                    </a:schemeClr>
                  </a:solidFill>
                  <a:latin typeface="Adobe Arabic" panose="02040503050201020203" pitchFamily="18" charset="-78"/>
                  <a:cs typeface="Adobe Arabic" panose="02040503050201020203" pitchFamily="18" charset="-78"/>
                </a:rPr>
                <a:t>تعداد آگهی های منتشر شده</a:t>
              </a:r>
              <a:r>
                <a:rPr lang="en-US" sz="2400" dirty="0">
                  <a:solidFill>
                    <a:schemeClr val="tx1">
                      <a:lumMod val="75000"/>
                      <a:lumOff val="25000"/>
                    </a:schemeClr>
                  </a:solidFill>
                  <a:latin typeface="Adobe Arabic" panose="02040503050201020203" pitchFamily="18" charset="-78"/>
                  <a:cs typeface="Adobe Arabic" panose="02040503050201020203" pitchFamily="18" charset="-78"/>
                </a:rPr>
                <a:t> </a:t>
              </a:r>
            </a:p>
          </p:txBody>
        </p:sp>
        <p:sp>
          <p:nvSpPr>
            <p:cNvPr id="32" name="Rectangle 31"/>
            <p:cNvSpPr/>
            <p:nvPr/>
          </p:nvSpPr>
          <p:spPr>
            <a:xfrm>
              <a:off x="7047065" y="1916390"/>
              <a:ext cx="2439944" cy="1015607"/>
            </a:xfrm>
            <a:prstGeom prst="rect">
              <a:avLst/>
            </a:prstGeom>
          </p:spPr>
          <p:txBody>
            <a:bodyPr wrap="square">
              <a:spAutoFit/>
            </a:bodyPr>
            <a:lstStyle/>
            <a:p>
              <a:pPr defTabSz="914126"/>
              <a:r>
                <a:rPr lang="fa-IR" sz="5998" kern="0" spc="-300" dirty="0">
                  <a:ln w="3175">
                    <a:solidFill>
                      <a:srgbClr val="0B5CD1"/>
                    </a:solidFill>
                  </a:ln>
                  <a:solidFill>
                    <a:srgbClr val="0B5CD1"/>
                  </a:solidFill>
                  <a:latin typeface="Arial" pitchFamily="34" charset="0"/>
                  <a:cs typeface="Arial" pitchFamily="34" charset="0"/>
                </a:rPr>
                <a:t>&lt; </a:t>
              </a:r>
              <a:r>
                <a:rPr lang="en-US" sz="5998" kern="0" spc="-300" dirty="0">
                  <a:ln w="3175">
                    <a:solidFill>
                      <a:srgbClr val="0B5CD1"/>
                    </a:solidFill>
                  </a:ln>
                  <a:solidFill>
                    <a:srgbClr val="0B5CD1"/>
                  </a:solidFill>
                  <a:latin typeface="Arial" pitchFamily="34" charset="0"/>
                  <a:cs typeface="Arial" pitchFamily="34" charset="0"/>
                </a:rPr>
                <a:t>3500</a:t>
              </a:r>
            </a:p>
          </p:txBody>
        </p:sp>
        <p:cxnSp>
          <p:nvCxnSpPr>
            <p:cNvPr id="6" name="Straight Connector 5"/>
            <p:cNvCxnSpPr/>
            <p:nvPr/>
          </p:nvCxnSpPr>
          <p:spPr>
            <a:xfrm>
              <a:off x="7047070" y="5304345"/>
              <a:ext cx="365759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7130272" y="4171370"/>
              <a:ext cx="2586661" cy="1015607"/>
            </a:xfrm>
            <a:prstGeom prst="rect">
              <a:avLst/>
            </a:prstGeom>
          </p:spPr>
          <p:txBody>
            <a:bodyPr wrap="square">
              <a:spAutoFit/>
            </a:bodyPr>
            <a:lstStyle/>
            <a:p>
              <a:pPr defTabSz="914126"/>
              <a:r>
                <a:rPr lang="en-US" sz="5998" kern="0" spc="-300" dirty="0">
                  <a:ln w="3175">
                    <a:solidFill>
                      <a:srgbClr val="0B5CD1"/>
                    </a:solidFill>
                  </a:ln>
                  <a:solidFill>
                    <a:srgbClr val="0B5CD1"/>
                  </a:solidFill>
                  <a:latin typeface="Arial" pitchFamily="34" charset="0"/>
                  <a:cs typeface="Arial" pitchFamily="34" charset="0"/>
                </a:rPr>
                <a:t> </a:t>
              </a:r>
              <a:r>
                <a:rPr lang="fa-IR" sz="5998" kern="0" spc="-300" dirty="0">
                  <a:ln w="3175">
                    <a:solidFill>
                      <a:srgbClr val="0B5CD1"/>
                    </a:solidFill>
                  </a:ln>
                  <a:solidFill>
                    <a:srgbClr val="0B5CD1"/>
                  </a:solidFill>
                  <a:latin typeface="Arial" pitchFamily="34" charset="0"/>
                  <a:cs typeface="Arial" pitchFamily="34" charset="0"/>
                </a:rPr>
                <a:t>&lt;</a:t>
              </a:r>
              <a:r>
                <a:rPr lang="en-US" sz="5998" kern="0" spc="-300" dirty="0">
                  <a:ln w="3175">
                    <a:solidFill>
                      <a:srgbClr val="0B5CD1"/>
                    </a:solidFill>
                  </a:ln>
                  <a:solidFill>
                    <a:srgbClr val="0B5CD1"/>
                  </a:solidFill>
                  <a:latin typeface="Arial" pitchFamily="34" charset="0"/>
                  <a:cs typeface="Arial" pitchFamily="34" charset="0"/>
                </a:rPr>
                <a:t>53 %</a:t>
              </a:r>
            </a:p>
          </p:txBody>
        </p:sp>
        <p:cxnSp>
          <p:nvCxnSpPr>
            <p:cNvPr id="3" name="Straight Connector 2"/>
            <p:cNvCxnSpPr/>
            <p:nvPr/>
          </p:nvCxnSpPr>
          <p:spPr>
            <a:xfrm>
              <a:off x="1487323" y="3134265"/>
              <a:ext cx="365759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420322" y="3183069"/>
              <a:ext cx="3791599" cy="461785"/>
            </a:xfrm>
            <a:prstGeom prst="rect">
              <a:avLst/>
            </a:prstGeom>
          </p:spPr>
          <p:txBody>
            <a:bodyPr wrap="square">
              <a:spAutoFit/>
            </a:bodyPr>
            <a:lstStyle/>
            <a:p>
              <a:pPr algn="ctr" defTabSz="914126"/>
              <a:r>
                <a:rPr lang="fa-IR" sz="2400" dirty="0">
                  <a:solidFill>
                    <a:schemeClr val="tx1">
                      <a:lumMod val="75000"/>
                      <a:lumOff val="25000"/>
                    </a:schemeClr>
                  </a:solidFill>
                  <a:latin typeface="Adobe Arabic" panose="02040503050201020203" pitchFamily="18" charset="-78"/>
                  <a:cs typeface="Adobe Arabic" panose="02040503050201020203" pitchFamily="18" charset="-78"/>
                </a:rPr>
                <a:t>تعداد اعضای شبکه</a:t>
              </a:r>
              <a:r>
                <a:rPr lang="en-US" sz="2400" dirty="0">
                  <a:solidFill>
                    <a:schemeClr val="tx1">
                      <a:lumMod val="75000"/>
                      <a:lumOff val="25000"/>
                    </a:schemeClr>
                  </a:solidFill>
                  <a:latin typeface="Adobe Arabic" panose="02040503050201020203" pitchFamily="18" charset="-78"/>
                  <a:cs typeface="Adobe Arabic" panose="02040503050201020203" pitchFamily="18" charset="-78"/>
                </a:rPr>
                <a:t> </a:t>
              </a:r>
            </a:p>
          </p:txBody>
        </p:sp>
        <p:sp>
          <p:nvSpPr>
            <p:cNvPr id="31" name="Rectangle 30"/>
            <p:cNvSpPr/>
            <p:nvPr/>
          </p:nvSpPr>
          <p:spPr>
            <a:xfrm>
              <a:off x="1256157" y="1970658"/>
              <a:ext cx="2700369" cy="831213"/>
            </a:xfrm>
            <a:prstGeom prst="rect">
              <a:avLst/>
            </a:prstGeom>
          </p:spPr>
          <p:txBody>
            <a:bodyPr wrap="square">
              <a:spAutoFit/>
            </a:bodyPr>
            <a:lstStyle/>
            <a:p>
              <a:pPr defTabSz="914126"/>
              <a:r>
                <a:rPr lang="fa-IR" sz="4800" kern="0" spc="-300" dirty="0">
                  <a:ln w="3175">
                    <a:solidFill>
                      <a:srgbClr val="794CCF"/>
                    </a:solidFill>
                  </a:ln>
                  <a:solidFill>
                    <a:srgbClr val="794CCF"/>
                  </a:solidFill>
                  <a:latin typeface="Arial" pitchFamily="34" charset="0"/>
                  <a:cs typeface="Arial" pitchFamily="34" charset="0"/>
                </a:rPr>
                <a:t>&lt;</a:t>
              </a:r>
              <a:r>
                <a:rPr lang="en-US" sz="4800" kern="0" spc="-300" dirty="0">
                  <a:ln w="3175">
                    <a:solidFill>
                      <a:srgbClr val="794CCF"/>
                    </a:solidFill>
                  </a:ln>
                  <a:solidFill>
                    <a:srgbClr val="794CCF"/>
                  </a:solidFill>
                  <a:latin typeface="Arial" pitchFamily="34" charset="0"/>
                  <a:cs typeface="Arial" pitchFamily="34" charset="0"/>
                </a:rPr>
                <a:t>12</a:t>
              </a:r>
              <a:r>
                <a:rPr lang="fa-IR" sz="4800" kern="0" spc="-300" dirty="0">
                  <a:ln w="3175">
                    <a:solidFill>
                      <a:srgbClr val="794CCF"/>
                    </a:solidFill>
                  </a:ln>
                  <a:solidFill>
                    <a:srgbClr val="794CCF"/>
                  </a:solidFill>
                  <a:latin typeface="Arial" pitchFamily="34" charset="0"/>
                  <a:cs typeface="Arial" pitchFamily="34" charset="0"/>
                </a:rPr>
                <a:t>5</a:t>
              </a:r>
              <a:r>
                <a:rPr lang="en-US" sz="4800" kern="0" spc="-300" dirty="0">
                  <a:ln w="3175">
                    <a:solidFill>
                      <a:srgbClr val="794CCF"/>
                    </a:solidFill>
                  </a:ln>
                  <a:solidFill>
                    <a:srgbClr val="794CCF"/>
                  </a:solidFill>
                  <a:latin typeface="Arial" pitchFamily="34" charset="0"/>
                  <a:cs typeface="Arial" pitchFamily="34" charset="0"/>
                </a:rPr>
                <a:t>/000</a:t>
              </a:r>
              <a:endParaRPr lang="en-US" sz="4800" spc="-300" baseline="30000" dirty="0">
                <a:ln w="3175">
                  <a:solidFill>
                    <a:srgbClr val="794CCF"/>
                  </a:solidFill>
                </a:ln>
                <a:solidFill>
                  <a:srgbClr val="794CCF"/>
                </a:solidFill>
              </a:endParaRPr>
            </a:p>
          </p:txBody>
        </p:sp>
        <p:cxnSp>
          <p:nvCxnSpPr>
            <p:cNvPr id="4" name="Straight Connector 3"/>
            <p:cNvCxnSpPr/>
            <p:nvPr/>
          </p:nvCxnSpPr>
          <p:spPr>
            <a:xfrm>
              <a:off x="1487323" y="5291048"/>
              <a:ext cx="365759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1420322" y="5444677"/>
              <a:ext cx="3791599" cy="369300"/>
            </a:xfrm>
            <a:prstGeom prst="rect">
              <a:avLst/>
            </a:prstGeom>
          </p:spPr>
          <p:txBody>
            <a:bodyPr wrap="square">
              <a:spAutoFit/>
            </a:bodyPr>
            <a:lstStyle/>
            <a:p>
              <a:pPr defTabSz="914126"/>
              <a:endParaRPr lang="en-US" sz="1799" dirty="0">
                <a:solidFill>
                  <a:prstClr val="black">
                    <a:lumMod val="85000"/>
                    <a:lumOff val="15000"/>
                  </a:prstClr>
                </a:solidFill>
              </a:endParaRPr>
            </a:p>
          </p:txBody>
        </p:sp>
        <p:sp>
          <p:nvSpPr>
            <p:cNvPr id="34" name="Rectangle 33"/>
            <p:cNvSpPr/>
            <p:nvPr/>
          </p:nvSpPr>
          <p:spPr>
            <a:xfrm>
              <a:off x="1579761" y="4127442"/>
              <a:ext cx="1947573" cy="1015663"/>
            </a:xfrm>
            <a:prstGeom prst="rect">
              <a:avLst/>
            </a:prstGeom>
          </p:spPr>
          <p:txBody>
            <a:bodyPr wrap="square">
              <a:spAutoFit/>
            </a:bodyPr>
            <a:lstStyle/>
            <a:p>
              <a:pPr defTabSz="914126"/>
              <a:r>
                <a:rPr lang="fa-IR" sz="5998" kern="0" spc="-300" dirty="0">
                  <a:ln w="3175">
                    <a:solidFill>
                      <a:srgbClr val="4D94A1"/>
                    </a:solidFill>
                  </a:ln>
                  <a:solidFill>
                    <a:srgbClr val="4D94A1"/>
                  </a:solidFill>
                  <a:latin typeface="Arial" pitchFamily="34" charset="0"/>
                  <a:cs typeface="Arial" pitchFamily="34" charset="0"/>
                </a:rPr>
                <a:t>3</a:t>
              </a:r>
              <a:r>
                <a:rPr lang="en-US" sz="5998" kern="0" spc="-300" dirty="0">
                  <a:ln w="3175">
                    <a:solidFill>
                      <a:srgbClr val="4D94A1"/>
                    </a:solidFill>
                  </a:ln>
                  <a:solidFill>
                    <a:srgbClr val="4D94A1"/>
                  </a:solidFill>
                  <a:latin typeface="Arial" pitchFamily="34" charset="0"/>
                  <a:cs typeface="Arial" pitchFamily="34" charset="0"/>
                </a:rPr>
                <a:t>6</a:t>
              </a:r>
              <a:endParaRPr lang="en-US" sz="5998" spc="-300" baseline="30000" dirty="0">
                <a:ln w="3175">
                  <a:solidFill>
                    <a:srgbClr val="4D94A1"/>
                  </a:solidFill>
                </a:ln>
                <a:solidFill>
                  <a:srgbClr val="4D94A1"/>
                </a:solidFill>
              </a:endParaRPr>
            </a:p>
          </p:txBody>
        </p:sp>
        <p:sp>
          <p:nvSpPr>
            <p:cNvPr id="44" name="Oval 43"/>
            <p:cNvSpPr/>
            <p:nvPr/>
          </p:nvSpPr>
          <p:spPr>
            <a:xfrm>
              <a:off x="9786763" y="1916390"/>
              <a:ext cx="917904"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a:solidFill>
                  <a:prstClr val="white"/>
                </a:solidFill>
              </a:endParaRPr>
            </a:p>
          </p:txBody>
        </p:sp>
        <p:sp>
          <p:nvSpPr>
            <p:cNvPr id="45" name="Oval 44"/>
            <p:cNvSpPr/>
            <p:nvPr/>
          </p:nvSpPr>
          <p:spPr>
            <a:xfrm>
              <a:off x="9786762" y="4178073"/>
              <a:ext cx="917904"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a:solidFill>
                  <a:prstClr val="white"/>
                </a:solidFill>
              </a:endParaRPr>
            </a:p>
          </p:txBody>
        </p:sp>
        <p:sp>
          <p:nvSpPr>
            <p:cNvPr id="39" name="Oval 38"/>
            <p:cNvSpPr/>
            <p:nvPr/>
          </p:nvSpPr>
          <p:spPr>
            <a:xfrm>
              <a:off x="4227017" y="4178073"/>
              <a:ext cx="917904" cy="9144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a:solidFill>
                  <a:prstClr val="white"/>
                </a:solidFill>
              </a:endParaRPr>
            </a:p>
          </p:txBody>
        </p:sp>
        <p:sp>
          <p:nvSpPr>
            <p:cNvPr id="2" name="Oval 1"/>
            <p:cNvSpPr/>
            <p:nvPr/>
          </p:nvSpPr>
          <p:spPr>
            <a:xfrm>
              <a:off x="4227017" y="1916391"/>
              <a:ext cx="917904" cy="914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endParaRPr lang="en-US" sz="1799">
                <a:solidFill>
                  <a:prstClr val="white"/>
                </a:solidFill>
              </a:endParaRPr>
            </a:p>
          </p:txBody>
        </p:sp>
      </p:grpSp>
      <p:sp>
        <p:nvSpPr>
          <p:cNvPr id="36" name="Title 1"/>
          <p:cNvSpPr txBox="1">
            <a:spLocks/>
          </p:cNvSpPr>
          <p:nvPr/>
        </p:nvSpPr>
        <p:spPr>
          <a:xfrm>
            <a:off x="1939146" y="595269"/>
            <a:ext cx="8313707" cy="9037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fa-IR" sz="4000" dirty="0">
                <a:cs typeface="B Titr" panose="00000700000000000000" pitchFamily="2" charset="-78"/>
              </a:rPr>
              <a:t>گزارش عملکرد </a:t>
            </a:r>
            <a:r>
              <a:rPr lang="en-US" sz="4000" dirty="0">
                <a:cs typeface="B Titr" panose="00000700000000000000" pitchFamily="2" charset="-78"/>
              </a:rPr>
              <a:t> </a:t>
            </a:r>
            <a:r>
              <a:rPr lang="fa-IR" sz="4000" dirty="0">
                <a:cs typeface="B Titr" panose="00000700000000000000" pitchFamily="2" charset="-78"/>
              </a:rPr>
              <a:t>سال 1404</a:t>
            </a:r>
            <a:endParaRPr lang="en-US" sz="4000" dirty="0">
              <a:cs typeface="B Titr" panose="00000700000000000000" pitchFamily="2" charset="-78"/>
            </a:endParaRPr>
          </a:p>
        </p:txBody>
      </p:sp>
      <p:sp>
        <p:nvSpPr>
          <p:cNvPr id="37" name="Rectangle 36"/>
          <p:cNvSpPr/>
          <p:nvPr/>
        </p:nvSpPr>
        <p:spPr>
          <a:xfrm flipH="1">
            <a:off x="7143968" y="5341183"/>
            <a:ext cx="3790615" cy="461665"/>
          </a:xfrm>
          <a:prstGeom prst="rect">
            <a:avLst/>
          </a:prstGeom>
        </p:spPr>
        <p:txBody>
          <a:bodyPr wrap="square">
            <a:spAutoFit/>
          </a:bodyPr>
          <a:lstStyle/>
          <a:p>
            <a:pPr algn="ctr" defTabSz="914126"/>
            <a:r>
              <a:rPr lang="fa-IR" sz="2400" dirty="0">
                <a:solidFill>
                  <a:schemeClr val="tx1">
                    <a:lumMod val="75000"/>
                    <a:lumOff val="25000"/>
                  </a:schemeClr>
                </a:solidFill>
                <a:latin typeface="Adobe Arabic" panose="02040503050201020203" pitchFamily="18" charset="-78"/>
                <a:cs typeface="Adobe Arabic" panose="02040503050201020203" pitchFamily="18" charset="-78"/>
              </a:rPr>
              <a:t>متوسط ارسال رزومه برای هر عنوان شغلی</a:t>
            </a:r>
            <a:endParaRPr lang="en-US" sz="2400" dirty="0">
              <a:solidFill>
                <a:schemeClr val="tx1">
                  <a:lumMod val="75000"/>
                  <a:lumOff val="25000"/>
                </a:schemeClr>
              </a:solidFill>
              <a:latin typeface="Adobe Arabic" panose="02040503050201020203" pitchFamily="18" charset="-78"/>
              <a:cs typeface="Adobe Arabic" panose="02040503050201020203" pitchFamily="18" charset="-78"/>
            </a:endParaRPr>
          </a:p>
        </p:txBody>
      </p:sp>
      <p:sp>
        <p:nvSpPr>
          <p:cNvPr id="38" name="Rectangle 37"/>
          <p:cNvSpPr/>
          <p:nvPr/>
        </p:nvSpPr>
        <p:spPr>
          <a:xfrm flipH="1">
            <a:off x="1488525" y="5444153"/>
            <a:ext cx="3790615" cy="461665"/>
          </a:xfrm>
          <a:prstGeom prst="rect">
            <a:avLst/>
          </a:prstGeom>
        </p:spPr>
        <p:txBody>
          <a:bodyPr wrap="square">
            <a:spAutoFit/>
          </a:bodyPr>
          <a:lstStyle/>
          <a:p>
            <a:pPr algn="ctr" defTabSz="914126"/>
            <a:r>
              <a:rPr lang="fa-IR" sz="2400" dirty="0">
                <a:solidFill>
                  <a:schemeClr val="tx1">
                    <a:lumMod val="75000"/>
                    <a:lumOff val="25000"/>
                  </a:schemeClr>
                </a:solidFill>
                <a:latin typeface="Adobe Arabic" panose="02040503050201020203" pitchFamily="18" charset="-78"/>
                <a:cs typeface="Adobe Arabic" panose="02040503050201020203" pitchFamily="18" charset="-78"/>
              </a:rPr>
              <a:t>موفقیت در جذب کارجویان</a:t>
            </a:r>
            <a:endParaRPr lang="en-US" sz="2400" dirty="0">
              <a:solidFill>
                <a:schemeClr val="tx1">
                  <a:lumMod val="75000"/>
                  <a:lumOff val="25000"/>
                </a:schemeClr>
              </a:solidFill>
              <a:latin typeface="Adobe Arabic" panose="02040503050201020203" pitchFamily="18" charset="-78"/>
              <a:cs typeface="Adobe Arabic" panose="02040503050201020203" pitchFamily="18" charset="-78"/>
            </a:endParaRPr>
          </a:p>
        </p:txBody>
      </p:sp>
      <p:sp>
        <p:nvSpPr>
          <p:cNvPr id="40" name="Freeform 8482"/>
          <p:cNvSpPr>
            <a:spLocks/>
          </p:cNvSpPr>
          <p:nvPr/>
        </p:nvSpPr>
        <p:spPr bwMode="auto">
          <a:xfrm>
            <a:off x="7239353" y="2124165"/>
            <a:ext cx="532611" cy="499400"/>
          </a:xfrm>
          <a:custGeom>
            <a:avLst/>
            <a:gdLst>
              <a:gd name="T0" fmla="*/ 4 w 253"/>
              <a:gd name="T1" fmla="*/ 238 h 238"/>
              <a:gd name="T2" fmla="*/ 8 w 253"/>
              <a:gd name="T3" fmla="*/ 180 h 238"/>
              <a:gd name="T4" fmla="*/ 46 w 253"/>
              <a:gd name="T5" fmla="*/ 150 h 238"/>
              <a:gd name="T6" fmla="*/ 88 w 253"/>
              <a:gd name="T7" fmla="*/ 134 h 238"/>
              <a:gd name="T8" fmla="*/ 101 w 253"/>
              <a:gd name="T9" fmla="*/ 126 h 238"/>
              <a:gd name="T10" fmla="*/ 87 w 253"/>
              <a:gd name="T11" fmla="*/ 86 h 238"/>
              <a:gd name="T12" fmla="*/ 82 w 253"/>
              <a:gd name="T13" fmla="*/ 81 h 238"/>
              <a:gd name="T14" fmla="*/ 82 w 253"/>
              <a:gd name="T15" fmla="*/ 56 h 238"/>
              <a:gd name="T16" fmla="*/ 84 w 253"/>
              <a:gd name="T17" fmla="*/ 51 h 238"/>
              <a:gd name="T18" fmla="*/ 98 w 253"/>
              <a:gd name="T19" fmla="*/ 16 h 238"/>
              <a:gd name="T20" fmla="*/ 91 w 253"/>
              <a:gd name="T21" fmla="*/ 7 h 238"/>
              <a:gd name="T22" fmla="*/ 105 w 253"/>
              <a:gd name="T23" fmla="*/ 8 h 238"/>
              <a:gd name="T24" fmla="*/ 107 w 253"/>
              <a:gd name="T25" fmla="*/ 0 h 238"/>
              <a:gd name="T26" fmla="*/ 113 w 253"/>
              <a:gd name="T27" fmla="*/ 6 h 238"/>
              <a:gd name="T28" fmla="*/ 142 w 253"/>
              <a:gd name="T29" fmla="*/ 4 h 238"/>
              <a:gd name="T30" fmla="*/ 163 w 253"/>
              <a:gd name="T31" fmla="*/ 11 h 238"/>
              <a:gd name="T32" fmla="*/ 178 w 253"/>
              <a:gd name="T33" fmla="*/ 31 h 238"/>
              <a:gd name="T34" fmla="*/ 179 w 253"/>
              <a:gd name="T35" fmla="*/ 59 h 238"/>
              <a:gd name="T36" fmla="*/ 181 w 253"/>
              <a:gd name="T37" fmla="*/ 69 h 238"/>
              <a:gd name="T38" fmla="*/ 174 w 253"/>
              <a:gd name="T39" fmla="*/ 86 h 238"/>
              <a:gd name="T40" fmla="*/ 170 w 253"/>
              <a:gd name="T41" fmla="*/ 89 h 238"/>
              <a:gd name="T42" fmla="*/ 164 w 253"/>
              <a:gd name="T43" fmla="*/ 114 h 238"/>
              <a:gd name="T44" fmla="*/ 169 w 253"/>
              <a:gd name="T45" fmla="*/ 129 h 238"/>
              <a:gd name="T46" fmla="*/ 184 w 253"/>
              <a:gd name="T47" fmla="*/ 143 h 238"/>
              <a:gd name="T48" fmla="*/ 221 w 253"/>
              <a:gd name="T49" fmla="*/ 157 h 238"/>
              <a:gd name="T50" fmla="*/ 242 w 253"/>
              <a:gd name="T51" fmla="*/ 182 h 238"/>
              <a:gd name="T52" fmla="*/ 253 w 253"/>
              <a:gd name="T53" fmla="*/ 238 h 238"/>
              <a:gd name="T54" fmla="*/ 4 w 253"/>
              <a:gd name="T55" fmla="*/ 23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53" h="238">
                <a:moveTo>
                  <a:pt x="4" y="238"/>
                </a:moveTo>
                <a:cubicBezTo>
                  <a:pt x="4" y="238"/>
                  <a:pt x="0" y="201"/>
                  <a:pt x="8" y="180"/>
                </a:cubicBezTo>
                <a:cubicBezTo>
                  <a:pt x="16" y="159"/>
                  <a:pt x="21" y="154"/>
                  <a:pt x="46" y="150"/>
                </a:cubicBezTo>
                <a:cubicBezTo>
                  <a:pt x="71" y="147"/>
                  <a:pt x="85" y="137"/>
                  <a:pt x="88" y="134"/>
                </a:cubicBezTo>
                <a:cubicBezTo>
                  <a:pt x="92" y="131"/>
                  <a:pt x="97" y="127"/>
                  <a:pt x="101" y="126"/>
                </a:cubicBezTo>
                <a:cubicBezTo>
                  <a:pt x="101" y="126"/>
                  <a:pt x="100" y="100"/>
                  <a:pt x="87" y="86"/>
                </a:cubicBezTo>
                <a:cubicBezTo>
                  <a:pt x="87" y="86"/>
                  <a:pt x="83" y="84"/>
                  <a:pt x="82" y="81"/>
                </a:cubicBezTo>
                <a:cubicBezTo>
                  <a:pt x="81" y="77"/>
                  <a:pt x="79" y="63"/>
                  <a:pt x="82" y="56"/>
                </a:cubicBezTo>
                <a:cubicBezTo>
                  <a:pt x="82" y="56"/>
                  <a:pt x="85" y="53"/>
                  <a:pt x="84" y="51"/>
                </a:cubicBezTo>
                <a:cubicBezTo>
                  <a:pt x="84" y="49"/>
                  <a:pt x="81" y="31"/>
                  <a:pt x="98" y="16"/>
                </a:cubicBezTo>
                <a:cubicBezTo>
                  <a:pt x="98" y="16"/>
                  <a:pt x="103" y="8"/>
                  <a:pt x="91" y="7"/>
                </a:cubicBezTo>
                <a:cubicBezTo>
                  <a:pt x="91" y="7"/>
                  <a:pt x="96" y="4"/>
                  <a:pt x="105" y="8"/>
                </a:cubicBezTo>
                <a:cubicBezTo>
                  <a:pt x="105" y="8"/>
                  <a:pt x="101" y="3"/>
                  <a:pt x="107" y="0"/>
                </a:cubicBezTo>
                <a:cubicBezTo>
                  <a:pt x="107" y="0"/>
                  <a:pt x="104" y="8"/>
                  <a:pt x="113" y="6"/>
                </a:cubicBezTo>
                <a:cubicBezTo>
                  <a:pt x="122" y="3"/>
                  <a:pt x="134" y="1"/>
                  <a:pt x="142" y="4"/>
                </a:cubicBezTo>
                <a:cubicBezTo>
                  <a:pt x="151" y="7"/>
                  <a:pt x="153" y="11"/>
                  <a:pt x="163" y="11"/>
                </a:cubicBezTo>
                <a:cubicBezTo>
                  <a:pt x="174" y="12"/>
                  <a:pt x="177" y="25"/>
                  <a:pt x="178" y="31"/>
                </a:cubicBezTo>
                <a:cubicBezTo>
                  <a:pt x="178" y="36"/>
                  <a:pt x="177" y="56"/>
                  <a:pt x="179" y="59"/>
                </a:cubicBezTo>
                <a:cubicBezTo>
                  <a:pt x="181" y="62"/>
                  <a:pt x="182" y="64"/>
                  <a:pt x="181" y="69"/>
                </a:cubicBezTo>
                <a:cubicBezTo>
                  <a:pt x="181" y="73"/>
                  <a:pt x="177" y="86"/>
                  <a:pt x="174" y="86"/>
                </a:cubicBezTo>
                <a:cubicBezTo>
                  <a:pt x="172" y="87"/>
                  <a:pt x="170" y="89"/>
                  <a:pt x="170" y="89"/>
                </a:cubicBezTo>
                <a:cubicBezTo>
                  <a:pt x="170" y="90"/>
                  <a:pt x="164" y="108"/>
                  <a:pt x="164" y="114"/>
                </a:cubicBezTo>
                <a:cubicBezTo>
                  <a:pt x="164" y="120"/>
                  <a:pt x="164" y="127"/>
                  <a:pt x="169" y="129"/>
                </a:cubicBezTo>
                <a:cubicBezTo>
                  <a:pt x="174" y="130"/>
                  <a:pt x="180" y="139"/>
                  <a:pt x="184" y="143"/>
                </a:cubicBezTo>
                <a:cubicBezTo>
                  <a:pt x="188" y="147"/>
                  <a:pt x="211" y="152"/>
                  <a:pt x="221" y="157"/>
                </a:cubicBezTo>
                <a:cubicBezTo>
                  <a:pt x="232" y="162"/>
                  <a:pt x="236" y="161"/>
                  <a:pt x="242" y="182"/>
                </a:cubicBezTo>
                <a:cubicBezTo>
                  <a:pt x="248" y="202"/>
                  <a:pt x="253" y="223"/>
                  <a:pt x="253" y="238"/>
                </a:cubicBezTo>
                <a:lnTo>
                  <a:pt x="4" y="238"/>
                </a:ln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endParaRPr>
          </a:p>
        </p:txBody>
      </p:sp>
      <p:sp>
        <p:nvSpPr>
          <p:cNvPr id="41" name="Freeform 21"/>
          <p:cNvSpPr>
            <a:spLocks/>
          </p:cNvSpPr>
          <p:nvPr/>
        </p:nvSpPr>
        <p:spPr bwMode="auto">
          <a:xfrm flipH="1">
            <a:off x="1787732" y="2155302"/>
            <a:ext cx="326501" cy="463232"/>
          </a:xfrm>
          <a:custGeom>
            <a:avLst/>
            <a:gdLst>
              <a:gd name="T0" fmla="*/ 1425 w 2061"/>
              <a:gd name="T1" fmla="*/ 12 h 3763"/>
              <a:gd name="T2" fmla="*/ 1631 w 2061"/>
              <a:gd name="T3" fmla="*/ 108 h 3763"/>
              <a:gd name="T4" fmla="*/ 1778 w 2061"/>
              <a:gd name="T5" fmla="*/ 277 h 3763"/>
              <a:gd name="T6" fmla="*/ 1849 w 2061"/>
              <a:gd name="T7" fmla="*/ 495 h 3763"/>
              <a:gd name="T8" fmla="*/ 1510 w 2061"/>
              <a:gd name="T9" fmla="*/ 745 h 3763"/>
              <a:gd name="T10" fmla="*/ 1443 w 2061"/>
              <a:gd name="T11" fmla="*/ 813 h 3763"/>
              <a:gd name="T12" fmla="*/ 1469 w 2061"/>
              <a:gd name="T13" fmla="*/ 906 h 3763"/>
              <a:gd name="T14" fmla="*/ 1851 w 2061"/>
              <a:gd name="T15" fmla="*/ 934 h 3763"/>
              <a:gd name="T16" fmla="*/ 1487 w 2061"/>
              <a:gd name="T17" fmla="*/ 1382 h 3763"/>
              <a:gd name="T18" fmla="*/ 1440 w 2061"/>
              <a:gd name="T19" fmla="*/ 1466 h 3763"/>
              <a:gd name="T20" fmla="*/ 1487 w 2061"/>
              <a:gd name="T21" fmla="*/ 1549 h 3763"/>
              <a:gd name="T22" fmla="*/ 1851 w 2061"/>
              <a:gd name="T23" fmla="*/ 1984 h 3763"/>
              <a:gd name="T24" fmla="*/ 1469 w 2061"/>
              <a:gd name="T25" fmla="*/ 2012 h 3763"/>
              <a:gd name="T26" fmla="*/ 1443 w 2061"/>
              <a:gd name="T27" fmla="*/ 2105 h 3763"/>
              <a:gd name="T28" fmla="*/ 1510 w 2061"/>
              <a:gd name="T29" fmla="*/ 2173 h 3763"/>
              <a:gd name="T30" fmla="*/ 1848 w 2061"/>
              <a:gd name="T31" fmla="*/ 2431 h 3763"/>
              <a:gd name="T32" fmla="*/ 1771 w 2061"/>
              <a:gd name="T33" fmla="*/ 2659 h 3763"/>
              <a:gd name="T34" fmla="*/ 1610 w 2061"/>
              <a:gd name="T35" fmla="*/ 2828 h 3763"/>
              <a:gd name="T36" fmla="*/ 1388 w 2061"/>
              <a:gd name="T37" fmla="*/ 2915 h 3763"/>
              <a:gd name="T38" fmla="*/ 1903 w 2061"/>
              <a:gd name="T39" fmla="*/ 3383 h 3763"/>
              <a:gd name="T40" fmla="*/ 2016 w 2061"/>
              <a:gd name="T41" fmla="*/ 3447 h 3763"/>
              <a:gd name="T42" fmla="*/ 2061 w 2061"/>
              <a:gd name="T43" fmla="*/ 3571 h 3763"/>
              <a:gd name="T44" fmla="*/ 2016 w 2061"/>
              <a:gd name="T45" fmla="*/ 3695 h 3763"/>
              <a:gd name="T46" fmla="*/ 1903 w 2061"/>
              <a:gd name="T47" fmla="*/ 3759 h 3763"/>
              <a:gd name="T48" fmla="*/ 125 w 2061"/>
              <a:gd name="T49" fmla="*/ 3751 h 3763"/>
              <a:gd name="T50" fmla="*/ 26 w 2061"/>
              <a:gd name="T51" fmla="*/ 3668 h 3763"/>
              <a:gd name="T52" fmla="*/ 3 w 2061"/>
              <a:gd name="T53" fmla="*/ 3537 h 3763"/>
              <a:gd name="T54" fmla="*/ 68 w 2061"/>
              <a:gd name="T55" fmla="*/ 3424 h 3763"/>
              <a:gd name="T56" fmla="*/ 192 w 2061"/>
              <a:gd name="T57" fmla="*/ 3379 h 3763"/>
              <a:gd name="T58" fmla="*/ 607 w 2061"/>
              <a:gd name="T59" fmla="*/ 2901 h 3763"/>
              <a:gd name="T60" fmla="*/ 398 w 2061"/>
              <a:gd name="T61" fmla="*/ 2790 h 3763"/>
              <a:gd name="T62" fmla="*/ 254 w 2061"/>
              <a:gd name="T63" fmla="*/ 2605 h 3763"/>
              <a:gd name="T64" fmla="*/ 200 w 2061"/>
              <a:gd name="T65" fmla="*/ 2369 h 3763"/>
              <a:gd name="T66" fmla="*/ 586 w 2061"/>
              <a:gd name="T67" fmla="*/ 2162 h 3763"/>
              <a:gd name="T68" fmla="*/ 633 w 2061"/>
              <a:gd name="T69" fmla="*/ 2079 h 3763"/>
              <a:gd name="T70" fmla="*/ 586 w 2061"/>
              <a:gd name="T71" fmla="*/ 1997 h 3763"/>
              <a:gd name="T72" fmla="*/ 200 w 2061"/>
              <a:gd name="T73" fmla="*/ 1561 h 3763"/>
              <a:gd name="T74" fmla="*/ 606 w 2061"/>
              <a:gd name="T75" fmla="*/ 1534 h 3763"/>
              <a:gd name="T76" fmla="*/ 630 w 2061"/>
              <a:gd name="T77" fmla="*/ 1439 h 3763"/>
              <a:gd name="T78" fmla="*/ 563 w 2061"/>
              <a:gd name="T79" fmla="*/ 1373 h 3763"/>
              <a:gd name="T80" fmla="*/ 538 w 2061"/>
              <a:gd name="T81" fmla="*/ 934 h 3763"/>
              <a:gd name="T82" fmla="*/ 621 w 2061"/>
              <a:gd name="T83" fmla="*/ 887 h 3763"/>
              <a:gd name="T84" fmla="*/ 621 w 2061"/>
              <a:gd name="T85" fmla="*/ 790 h 3763"/>
              <a:gd name="T86" fmla="*/ 538 w 2061"/>
              <a:gd name="T87" fmla="*/ 742 h 3763"/>
              <a:gd name="T88" fmla="*/ 214 w 2061"/>
              <a:gd name="T89" fmla="*/ 437 h 3763"/>
              <a:gd name="T90" fmla="*/ 310 w 2061"/>
              <a:gd name="T91" fmla="*/ 228 h 3763"/>
              <a:gd name="T92" fmla="*/ 480 w 2061"/>
              <a:gd name="T93" fmla="*/ 77 h 3763"/>
              <a:gd name="T94" fmla="*/ 700 w 2061"/>
              <a:gd name="T95" fmla="*/ 3 h 3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61" h="3763">
                <a:moveTo>
                  <a:pt x="761" y="0"/>
                </a:moveTo>
                <a:lnTo>
                  <a:pt x="1307" y="0"/>
                </a:lnTo>
                <a:lnTo>
                  <a:pt x="1366" y="3"/>
                </a:lnTo>
                <a:lnTo>
                  <a:pt x="1425" y="12"/>
                </a:lnTo>
                <a:lnTo>
                  <a:pt x="1480" y="28"/>
                </a:lnTo>
                <a:lnTo>
                  <a:pt x="1533" y="49"/>
                </a:lnTo>
                <a:lnTo>
                  <a:pt x="1584" y="77"/>
                </a:lnTo>
                <a:lnTo>
                  <a:pt x="1631" y="108"/>
                </a:lnTo>
                <a:lnTo>
                  <a:pt x="1673" y="143"/>
                </a:lnTo>
                <a:lnTo>
                  <a:pt x="1712" y="185"/>
                </a:lnTo>
                <a:lnTo>
                  <a:pt x="1748" y="228"/>
                </a:lnTo>
                <a:lnTo>
                  <a:pt x="1778" y="277"/>
                </a:lnTo>
                <a:lnTo>
                  <a:pt x="1804" y="327"/>
                </a:lnTo>
                <a:lnTo>
                  <a:pt x="1825" y="381"/>
                </a:lnTo>
                <a:lnTo>
                  <a:pt x="1840" y="437"/>
                </a:lnTo>
                <a:lnTo>
                  <a:pt x="1849" y="495"/>
                </a:lnTo>
                <a:lnTo>
                  <a:pt x="1851" y="556"/>
                </a:lnTo>
                <a:lnTo>
                  <a:pt x="1851" y="742"/>
                </a:lnTo>
                <a:lnTo>
                  <a:pt x="1537" y="742"/>
                </a:lnTo>
                <a:lnTo>
                  <a:pt x="1510" y="745"/>
                </a:lnTo>
                <a:lnTo>
                  <a:pt x="1487" y="756"/>
                </a:lnTo>
                <a:lnTo>
                  <a:pt x="1469" y="771"/>
                </a:lnTo>
                <a:lnTo>
                  <a:pt x="1453" y="790"/>
                </a:lnTo>
                <a:lnTo>
                  <a:pt x="1443" y="813"/>
                </a:lnTo>
                <a:lnTo>
                  <a:pt x="1440" y="838"/>
                </a:lnTo>
                <a:lnTo>
                  <a:pt x="1443" y="864"/>
                </a:lnTo>
                <a:lnTo>
                  <a:pt x="1453" y="887"/>
                </a:lnTo>
                <a:lnTo>
                  <a:pt x="1469" y="906"/>
                </a:lnTo>
                <a:lnTo>
                  <a:pt x="1487" y="921"/>
                </a:lnTo>
                <a:lnTo>
                  <a:pt x="1510" y="930"/>
                </a:lnTo>
                <a:lnTo>
                  <a:pt x="1537" y="934"/>
                </a:lnTo>
                <a:lnTo>
                  <a:pt x="1851" y="934"/>
                </a:lnTo>
                <a:lnTo>
                  <a:pt x="1851" y="1369"/>
                </a:lnTo>
                <a:lnTo>
                  <a:pt x="1537" y="1369"/>
                </a:lnTo>
                <a:lnTo>
                  <a:pt x="1510" y="1373"/>
                </a:lnTo>
                <a:lnTo>
                  <a:pt x="1487" y="1382"/>
                </a:lnTo>
                <a:lnTo>
                  <a:pt x="1469" y="1398"/>
                </a:lnTo>
                <a:lnTo>
                  <a:pt x="1453" y="1416"/>
                </a:lnTo>
                <a:lnTo>
                  <a:pt x="1443" y="1439"/>
                </a:lnTo>
                <a:lnTo>
                  <a:pt x="1440" y="1466"/>
                </a:lnTo>
                <a:lnTo>
                  <a:pt x="1443" y="1491"/>
                </a:lnTo>
                <a:lnTo>
                  <a:pt x="1453" y="1514"/>
                </a:lnTo>
                <a:lnTo>
                  <a:pt x="1469" y="1534"/>
                </a:lnTo>
                <a:lnTo>
                  <a:pt x="1487" y="1549"/>
                </a:lnTo>
                <a:lnTo>
                  <a:pt x="1510" y="1558"/>
                </a:lnTo>
                <a:lnTo>
                  <a:pt x="1537" y="1561"/>
                </a:lnTo>
                <a:lnTo>
                  <a:pt x="1851" y="1561"/>
                </a:lnTo>
                <a:lnTo>
                  <a:pt x="1851" y="1984"/>
                </a:lnTo>
                <a:lnTo>
                  <a:pt x="1537" y="1984"/>
                </a:lnTo>
                <a:lnTo>
                  <a:pt x="1510" y="1988"/>
                </a:lnTo>
                <a:lnTo>
                  <a:pt x="1487" y="1997"/>
                </a:lnTo>
                <a:lnTo>
                  <a:pt x="1469" y="2012"/>
                </a:lnTo>
                <a:lnTo>
                  <a:pt x="1453" y="2031"/>
                </a:lnTo>
                <a:lnTo>
                  <a:pt x="1443" y="2054"/>
                </a:lnTo>
                <a:lnTo>
                  <a:pt x="1440" y="2079"/>
                </a:lnTo>
                <a:lnTo>
                  <a:pt x="1443" y="2105"/>
                </a:lnTo>
                <a:lnTo>
                  <a:pt x="1453" y="2128"/>
                </a:lnTo>
                <a:lnTo>
                  <a:pt x="1469" y="2147"/>
                </a:lnTo>
                <a:lnTo>
                  <a:pt x="1487" y="2162"/>
                </a:lnTo>
                <a:lnTo>
                  <a:pt x="1510" y="2173"/>
                </a:lnTo>
                <a:lnTo>
                  <a:pt x="1537" y="2176"/>
                </a:lnTo>
                <a:lnTo>
                  <a:pt x="1851" y="2176"/>
                </a:lnTo>
                <a:lnTo>
                  <a:pt x="1851" y="2369"/>
                </a:lnTo>
                <a:lnTo>
                  <a:pt x="1848" y="2431"/>
                </a:lnTo>
                <a:lnTo>
                  <a:pt x="1838" y="2492"/>
                </a:lnTo>
                <a:lnTo>
                  <a:pt x="1822" y="2551"/>
                </a:lnTo>
                <a:lnTo>
                  <a:pt x="1799" y="2606"/>
                </a:lnTo>
                <a:lnTo>
                  <a:pt x="1771" y="2659"/>
                </a:lnTo>
                <a:lnTo>
                  <a:pt x="1738" y="2707"/>
                </a:lnTo>
                <a:lnTo>
                  <a:pt x="1700" y="2752"/>
                </a:lnTo>
                <a:lnTo>
                  <a:pt x="1656" y="2792"/>
                </a:lnTo>
                <a:lnTo>
                  <a:pt x="1610" y="2828"/>
                </a:lnTo>
                <a:lnTo>
                  <a:pt x="1558" y="2857"/>
                </a:lnTo>
                <a:lnTo>
                  <a:pt x="1504" y="2883"/>
                </a:lnTo>
                <a:lnTo>
                  <a:pt x="1448" y="2902"/>
                </a:lnTo>
                <a:lnTo>
                  <a:pt x="1388" y="2915"/>
                </a:lnTo>
                <a:lnTo>
                  <a:pt x="1326" y="2921"/>
                </a:lnTo>
                <a:lnTo>
                  <a:pt x="1481" y="3379"/>
                </a:lnTo>
                <a:lnTo>
                  <a:pt x="1869" y="3379"/>
                </a:lnTo>
                <a:lnTo>
                  <a:pt x="1903" y="3383"/>
                </a:lnTo>
                <a:lnTo>
                  <a:pt x="1936" y="3391"/>
                </a:lnTo>
                <a:lnTo>
                  <a:pt x="1966" y="3406"/>
                </a:lnTo>
                <a:lnTo>
                  <a:pt x="1993" y="3424"/>
                </a:lnTo>
                <a:lnTo>
                  <a:pt x="2016" y="3447"/>
                </a:lnTo>
                <a:lnTo>
                  <a:pt x="2035" y="3474"/>
                </a:lnTo>
                <a:lnTo>
                  <a:pt x="2049" y="3504"/>
                </a:lnTo>
                <a:lnTo>
                  <a:pt x="2058" y="3537"/>
                </a:lnTo>
                <a:lnTo>
                  <a:pt x="2061" y="3571"/>
                </a:lnTo>
                <a:lnTo>
                  <a:pt x="2058" y="3605"/>
                </a:lnTo>
                <a:lnTo>
                  <a:pt x="2049" y="3638"/>
                </a:lnTo>
                <a:lnTo>
                  <a:pt x="2035" y="3668"/>
                </a:lnTo>
                <a:lnTo>
                  <a:pt x="2016" y="3695"/>
                </a:lnTo>
                <a:lnTo>
                  <a:pt x="1993" y="3718"/>
                </a:lnTo>
                <a:lnTo>
                  <a:pt x="1966" y="3736"/>
                </a:lnTo>
                <a:lnTo>
                  <a:pt x="1936" y="3751"/>
                </a:lnTo>
                <a:lnTo>
                  <a:pt x="1903" y="3759"/>
                </a:lnTo>
                <a:lnTo>
                  <a:pt x="1869" y="3763"/>
                </a:lnTo>
                <a:lnTo>
                  <a:pt x="192" y="3763"/>
                </a:lnTo>
                <a:lnTo>
                  <a:pt x="157" y="3759"/>
                </a:lnTo>
                <a:lnTo>
                  <a:pt x="125" y="3751"/>
                </a:lnTo>
                <a:lnTo>
                  <a:pt x="95" y="3736"/>
                </a:lnTo>
                <a:lnTo>
                  <a:pt x="68" y="3718"/>
                </a:lnTo>
                <a:lnTo>
                  <a:pt x="45" y="3695"/>
                </a:lnTo>
                <a:lnTo>
                  <a:pt x="26" y="3668"/>
                </a:lnTo>
                <a:lnTo>
                  <a:pt x="11" y="3638"/>
                </a:lnTo>
                <a:lnTo>
                  <a:pt x="3" y="3605"/>
                </a:lnTo>
                <a:lnTo>
                  <a:pt x="0" y="3571"/>
                </a:lnTo>
                <a:lnTo>
                  <a:pt x="3" y="3537"/>
                </a:lnTo>
                <a:lnTo>
                  <a:pt x="11" y="3504"/>
                </a:lnTo>
                <a:lnTo>
                  <a:pt x="26" y="3474"/>
                </a:lnTo>
                <a:lnTo>
                  <a:pt x="45" y="3447"/>
                </a:lnTo>
                <a:lnTo>
                  <a:pt x="68" y="3424"/>
                </a:lnTo>
                <a:lnTo>
                  <a:pt x="95" y="3406"/>
                </a:lnTo>
                <a:lnTo>
                  <a:pt x="125" y="3391"/>
                </a:lnTo>
                <a:lnTo>
                  <a:pt x="157" y="3383"/>
                </a:lnTo>
                <a:lnTo>
                  <a:pt x="192" y="3379"/>
                </a:lnTo>
                <a:lnTo>
                  <a:pt x="578" y="3379"/>
                </a:lnTo>
                <a:lnTo>
                  <a:pt x="727" y="2921"/>
                </a:lnTo>
                <a:lnTo>
                  <a:pt x="665" y="2914"/>
                </a:lnTo>
                <a:lnTo>
                  <a:pt x="607" y="2901"/>
                </a:lnTo>
                <a:lnTo>
                  <a:pt x="549" y="2882"/>
                </a:lnTo>
                <a:lnTo>
                  <a:pt x="495" y="2856"/>
                </a:lnTo>
                <a:lnTo>
                  <a:pt x="445" y="2825"/>
                </a:lnTo>
                <a:lnTo>
                  <a:pt x="398" y="2790"/>
                </a:lnTo>
                <a:lnTo>
                  <a:pt x="355" y="2749"/>
                </a:lnTo>
                <a:lnTo>
                  <a:pt x="316" y="2705"/>
                </a:lnTo>
                <a:lnTo>
                  <a:pt x="283" y="2656"/>
                </a:lnTo>
                <a:lnTo>
                  <a:pt x="254" y="2605"/>
                </a:lnTo>
                <a:lnTo>
                  <a:pt x="231" y="2549"/>
                </a:lnTo>
                <a:lnTo>
                  <a:pt x="214" y="2491"/>
                </a:lnTo>
                <a:lnTo>
                  <a:pt x="203" y="2431"/>
                </a:lnTo>
                <a:lnTo>
                  <a:pt x="200" y="2369"/>
                </a:lnTo>
                <a:lnTo>
                  <a:pt x="200" y="2176"/>
                </a:lnTo>
                <a:lnTo>
                  <a:pt x="538" y="2176"/>
                </a:lnTo>
                <a:lnTo>
                  <a:pt x="563" y="2173"/>
                </a:lnTo>
                <a:lnTo>
                  <a:pt x="586" y="2162"/>
                </a:lnTo>
                <a:lnTo>
                  <a:pt x="606" y="2147"/>
                </a:lnTo>
                <a:lnTo>
                  <a:pt x="621" y="2128"/>
                </a:lnTo>
                <a:lnTo>
                  <a:pt x="630" y="2105"/>
                </a:lnTo>
                <a:lnTo>
                  <a:pt x="633" y="2079"/>
                </a:lnTo>
                <a:lnTo>
                  <a:pt x="630" y="2054"/>
                </a:lnTo>
                <a:lnTo>
                  <a:pt x="621" y="2031"/>
                </a:lnTo>
                <a:lnTo>
                  <a:pt x="606" y="2012"/>
                </a:lnTo>
                <a:lnTo>
                  <a:pt x="586" y="1997"/>
                </a:lnTo>
                <a:lnTo>
                  <a:pt x="563" y="1988"/>
                </a:lnTo>
                <a:lnTo>
                  <a:pt x="538" y="1984"/>
                </a:lnTo>
                <a:lnTo>
                  <a:pt x="200" y="1984"/>
                </a:lnTo>
                <a:lnTo>
                  <a:pt x="200" y="1561"/>
                </a:lnTo>
                <a:lnTo>
                  <a:pt x="538" y="1561"/>
                </a:lnTo>
                <a:lnTo>
                  <a:pt x="563" y="1558"/>
                </a:lnTo>
                <a:lnTo>
                  <a:pt x="586" y="1549"/>
                </a:lnTo>
                <a:lnTo>
                  <a:pt x="606" y="1534"/>
                </a:lnTo>
                <a:lnTo>
                  <a:pt x="621" y="1514"/>
                </a:lnTo>
                <a:lnTo>
                  <a:pt x="630" y="1491"/>
                </a:lnTo>
                <a:lnTo>
                  <a:pt x="633" y="1466"/>
                </a:lnTo>
                <a:lnTo>
                  <a:pt x="630" y="1439"/>
                </a:lnTo>
                <a:lnTo>
                  <a:pt x="621" y="1416"/>
                </a:lnTo>
                <a:lnTo>
                  <a:pt x="606" y="1398"/>
                </a:lnTo>
                <a:lnTo>
                  <a:pt x="586" y="1382"/>
                </a:lnTo>
                <a:lnTo>
                  <a:pt x="563" y="1373"/>
                </a:lnTo>
                <a:lnTo>
                  <a:pt x="538" y="1369"/>
                </a:lnTo>
                <a:lnTo>
                  <a:pt x="200" y="1369"/>
                </a:lnTo>
                <a:lnTo>
                  <a:pt x="200" y="934"/>
                </a:lnTo>
                <a:lnTo>
                  <a:pt x="538" y="934"/>
                </a:lnTo>
                <a:lnTo>
                  <a:pt x="563" y="930"/>
                </a:lnTo>
                <a:lnTo>
                  <a:pt x="586" y="921"/>
                </a:lnTo>
                <a:lnTo>
                  <a:pt x="606" y="906"/>
                </a:lnTo>
                <a:lnTo>
                  <a:pt x="621" y="887"/>
                </a:lnTo>
                <a:lnTo>
                  <a:pt x="630" y="864"/>
                </a:lnTo>
                <a:lnTo>
                  <a:pt x="633" y="838"/>
                </a:lnTo>
                <a:lnTo>
                  <a:pt x="630" y="813"/>
                </a:lnTo>
                <a:lnTo>
                  <a:pt x="621" y="790"/>
                </a:lnTo>
                <a:lnTo>
                  <a:pt x="606" y="771"/>
                </a:lnTo>
                <a:lnTo>
                  <a:pt x="586" y="756"/>
                </a:lnTo>
                <a:lnTo>
                  <a:pt x="563" y="745"/>
                </a:lnTo>
                <a:lnTo>
                  <a:pt x="538" y="742"/>
                </a:lnTo>
                <a:lnTo>
                  <a:pt x="200" y="742"/>
                </a:lnTo>
                <a:lnTo>
                  <a:pt x="200" y="556"/>
                </a:lnTo>
                <a:lnTo>
                  <a:pt x="203" y="495"/>
                </a:lnTo>
                <a:lnTo>
                  <a:pt x="214" y="437"/>
                </a:lnTo>
                <a:lnTo>
                  <a:pt x="230" y="381"/>
                </a:lnTo>
                <a:lnTo>
                  <a:pt x="251" y="327"/>
                </a:lnTo>
                <a:lnTo>
                  <a:pt x="278" y="277"/>
                </a:lnTo>
                <a:lnTo>
                  <a:pt x="310" y="228"/>
                </a:lnTo>
                <a:lnTo>
                  <a:pt x="346" y="185"/>
                </a:lnTo>
                <a:lnTo>
                  <a:pt x="387" y="143"/>
                </a:lnTo>
                <a:lnTo>
                  <a:pt x="432" y="108"/>
                </a:lnTo>
                <a:lnTo>
                  <a:pt x="480" y="77"/>
                </a:lnTo>
                <a:lnTo>
                  <a:pt x="531" y="49"/>
                </a:lnTo>
                <a:lnTo>
                  <a:pt x="585" y="28"/>
                </a:lnTo>
                <a:lnTo>
                  <a:pt x="641" y="12"/>
                </a:lnTo>
                <a:lnTo>
                  <a:pt x="700" y="3"/>
                </a:lnTo>
                <a:lnTo>
                  <a:pt x="761" y="0"/>
                </a:lnTo>
                <a:close/>
              </a:path>
            </a:pathLst>
          </a:custGeom>
          <a:solidFill>
            <a:schemeClr val="bg1">
              <a:lumMod val="95000"/>
            </a:schemeClr>
          </a:solidFill>
          <a:ln w="0">
            <a:noFill/>
            <a:prstDash val="solid"/>
            <a:round/>
            <a:headEnd/>
            <a:tailEnd/>
          </a:ln>
        </p:spPr>
        <p:txBody>
          <a:bodyPr vert="horz" wrap="square" lIns="91416" tIns="45708" rIns="91416" bIns="45708" numCol="1" anchor="t" anchorCtr="0" compatLnSpc="1">
            <a:prstTxWarp prst="textNoShape">
              <a:avLst/>
            </a:prstTxWarp>
          </a:bodyPr>
          <a:lstStyle/>
          <a:p>
            <a:pPr defTabSz="914126"/>
            <a:endParaRPr lang="en-US" sz="1799">
              <a:solidFill>
                <a:prstClr val="black"/>
              </a:solidFill>
            </a:endParaRPr>
          </a:p>
        </p:txBody>
      </p:sp>
      <p:grpSp>
        <p:nvGrpSpPr>
          <p:cNvPr id="46" name="Group 45"/>
          <p:cNvGrpSpPr/>
          <p:nvPr/>
        </p:nvGrpSpPr>
        <p:grpSpPr>
          <a:xfrm>
            <a:off x="7288188" y="4377729"/>
            <a:ext cx="511279" cy="436850"/>
            <a:chOff x="1004888" y="3535363"/>
            <a:chExt cx="1833563" cy="1397000"/>
          </a:xfrm>
          <a:solidFill>
            <a:schemeClr val="bg1"/>
          </a:solidFill>
        </p:grpSpPr>
        <p:sp>
          <p:nvSpPr>
            <p:cNvPr id="47" name="Freeform 38"/>
            <p:cNvSpPr>
              <a:spLocks/>
            </p:cNvSpPr>
            <p:nvPr/>
          </p:nvSpPr>
          <p:spPr bwMode="auto">
            <a:xfrm>
              <a:off x="1919288" y="4379913"/>
              <a:ext cx="328613" cy="309563"/>
            </a:xfrm>
            <a:custGeom>
              <a:avLst/>
              <a:gdLst>
                <a:gd name="T0" fmla="*/ 51 w 619"/>
                <a:gd name="T1" fmla="*/ 0 h 585"/>
                <a:gd name="T2" fmla="*/ 64 w 619"/>
                <a:gd name="T3" fmla="*/ 4 h 585"/>
                <a:gd name="T4" fmla="*/ 76 w 619"/>
                <a:gd name="T5" fmla="*/ 13 h 585"/>
                <a:gd name="T6" fmla="*/ 603 w 619"/>
                <a:gd name="T7" fmla="*/ 506 h 585"/>
                <a:gd name="T8" fmla="*/ 613 w 619"/>
                <a:gd name="T9" fmla="*/ 518 h 585"/>
                <a:gd name="T10" fmla="*/ 617 w 619"/>
                <a:gd name="T11" fmla="*/ 530 h 585"/>
                <a:gd name="T12" fmla="*/ 619 w 619"/>
                <a:gd name="T13" fmla="*/ 544 h 585"/>
                <a:gd name="T14" fmla="*/ 614 w 619"/>
                <a:gd name="T15" fmla="*/ 558 h 585"/>
                <a:gd name="T16" fmla="*/ 606 w 619"/>
                <a:gd name="T17" fmla="*/ 570 h 585"/>
                <a:gd name="T18" fmla="*/ 596 w 619"/>
                <a:gd name="T19" fmla="*/ 579 h 585"/>
                <a:gd name="T20" fmla="*/ 585 w 619"/>
                <a:gd name="T21" fmla="*/ 583 h 585"/>
                <a:gd name="T22" fmla="*/ 572 w 619"/>
                <a:gd name="T23" fmla="*/ 585 h 585"/>
                <a:gd name="T24" fmla="*/ 562 w 619"/>
                <a:gd name="T25" fmla="*/ 583 h 585"/>
                <a:gd name="T26" fmla="*/ 551 w 619"/>
                <a:gd name="T27" fmla="*/ 580 h 585"/>
                <a:gd name="T28" fmla="*/ 541 w 619"/>
                <a:gd name="T29" fmla="*/ 572 h 585"/>
                <a:gd name="T30" fmla="*/ 14 w 619"/>
                <a:gd name="T31" fmla="*/ 79 h 585"/>
                <a:gd name="T32" fmla="*/ 5 w 619"/>
                <a:gd name="T33" fmla="*/ 67 h 585"/>
                <a:gd name="T34" fmla="*/ 0 w 619"/>
                <a:gd name="T35" fmla="*/ 53 h 585"/>
                <a:gd name="T36" fmla="*/ 0 w 619"/>
                <a:gd name="T37" fmla="*/ 39 h 585"/>
                <a:gd name="T38" fmla="*/ 3 w 619"/>
                <a:gd name="T39" fmla="*/ 27 h 585"/>
                <a:gd name="T40" fmla="*/ 11 w 619"/>
                <a:gd name="T41" fmla="*/ 14 h 585"/>
                <a:gd name="T42" fmla="*/ 23 w 619"/>
                <a:gd name="T43" fmla="*/ 5 h 585"/>
                <a:gd name="T44" fmla="*/ 36 w 619"/>
                <a:gd name="T45" fmla="*/ 1 h 585"/>
                <a:gd name="T46" fmla="*/ 51 w 619"/>
                <a:gd name="T47" fmla="*/ 0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9" h="585">
                  <a:moveTo>
                    <a:pt x="51" y="0"/>
                  </a:moveTo>
                  <a:lnTo>
                    <a:pt x="64" y="4"/>
                  </a:lnTo>
                  <a:lnTo>
                    <a:pt x="76" y="13"/>
                  </a:lnTo>
                  <a:lnTo>
                    <a:pt x="603" y="506"/>
                  </a:lnTo>
                  <a:lnTo>
                    <a:pt x="613" y="518"/>
                  </a:lnTo>
                  <a:lnTo>
                    <a:pt x="617" y="530"/>
                  </a:lnTo>
                  <a:lnTo>
                    <a:pt x="619" y="544"/>
                  </a:lnTo>
                  <a:lnTo>
                    <a:pt x="614" y="558"/>
                  </a:lnTo>
                  <a:lnTo>
                    <a:pt x="606" y="570"/>
                  </a:lnTo>
                  <a:lnTo>
                    <a:pt x="596" y="579"/>
                  </a:lnTo>
                  <a:lnTo>
                    <a:pt x="585" y="583"/>
                  </a:lnTo>
                  <a:lnTo>
                    <a:pt x="572" y="585"/>
                  </a:lnTo>
                  <a:lnTo>
                    <a:pt x="562" y="583"/>
                  </a:lnTo>
                  <a:lnTo>
                    <a:pt x="551" y="580"/>
                  </a:lnTo>
                  <a:lnTo>
                    <a:pt x="541" y="572"/>
                  </a:lnTo>
                  <a:lnTo>
                    <a:pt x="14" y="79"/>
                  </a:lnTo>
                  <a:lnTo>
                    <a:pt x="5" y="67"/>
                  </a:lnTo>
                  <a:lnTo>
                    <a:pt x="0" y="53"/>
                  </a:lnTo>
                  <a:lnTo>
                    <a:pt x="0" y="39"/>
                  </a:lnTo>
                  <a:lnTo>
                    <a:pt x="3" y="27"/>
                  </a:lnTo>
                  <a:lnTo>
                    <a:pt x="11" y="14"/>
                  </a:lnTo>
                  <a:lnTo>
                    <a:pt x="23" y="5"/>
                  </a:lnTo>
                  <a:lnTo>
                    <a:pt x="36" y="1"/>
                  </a:lnTo>
                  <a:lnTo>
                    <a:pt x="51"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48" name="Freeform 39"/>
            <p:cNvSpPr>
              <a:spLocks/>
            </p:cNvSpPr>
            <p:nvPr/>
          </p:nvSpPr>
          <p:spPr bwMode="auto">
            <a:xfrm>
              <a:off x="1266826" y="4379913"/>
              <a:ext cx="327025" cy="309563"/>
            </a:xfrm>
            <a:custGeom>
              <a:avLst/>
              <a:gdLst>
                <a:gd name="T0" fmla="*/ 567 w 618"/>
                <a:gd name="T1" fmla="*/ 0 h 585"/>
                <a:gd name="T2" fmla="*/ 581 w 618"/>
                <a:gd name="T3" fmla="*/ 0 h 585"/>
                <a:gd name="T4" fmla="*/ 594 w 618"/>
                <a:gd name="T5" fmla="*/ 5 h 585"/>
                <a:gd name="T6" fmla="*/ 606 w 618"/>
                <a:gd name="T7" fmla="*/ 14 h 585"/>
                <a:gd name="T8" fmla="*/ 614 w 618"/>
                <a:gd name="T9" fmla="*/ 27 h 585"/>
                <a:gd name="T10" fmla="*/ 618 w 618"/>
                <a:gd name="T11" fmla="*/ 39 h 585"/>
                <a:gd name="T12" fmla="*/ 618 w 618"/>
                <a:gd name="T13" fmla="*/ 53 h 585"/>
                <a:gd name="T14" fmla="*/ 613 w 618"/>
                <a:gd name="T15" fmla="*/ 67 h 585"/>
                <a:gd name="T16" fmla="*/ 604 w 618"/>
                <a:gd name="T17" fmla="*/ 78 h 585"/>
                <a:gd name="T18" fmla="*/ 77 w 618"/>
                <a:gd name="T19" fmla="*/ 572 h 585"/>
                <a:gd name="T20" fmla="*/ 67 w 618"/>
                <a:gd name="T21" fmla="*/ 580 h 585"/>
                <a:gd name="T22" fmla="*/ 56 w 618"/>
                <a:gd name="T23" fmla="*/ 583 h 585"/>
                <a:gd name="T24" fmla="*/ 45 w 618"/>
                <a:gd name="T25" fmla="*/ 585 h 585"/>
                <a:gd name="T26" fmla="*/ 34 w 618"/>
                <a:gd name="T27" fmla="*/ 583 h 585"/>
                <a:gd name="T28" fmla="*/ 22 w 618"/>
                <a:gd name="T29" fmla="*/ 579 h 585"/>
                <a:gd name="T30" fmla="*/ 12 w 618"/>
                <a:gd name="T31" fmla="*/ 570 h 585"/>
                <a:gd name="T32" fmla="*/ 3 w 618"/>
                <a:gd name="T33" fmla="*/ 558 h 585"/>
                <a:gd name="T34" fmla="*/ 0 w 618"/>
                <a:gd name="T35" fmla="*/ 544 h 585"/>
                <a:gd name="T36" fmla="*/ 0 w 618"/>
                <a:gd name="T37" fmla="*/ 530 h 585"/>
                <a:gd name="T38" fmla="*/ 5 w 618"/>
                <a:gd name="T39" fmla="*/ 518 h 585"/>
                <a:gd name="T40" fmla="*/ 14 w 618"/>
                <a:gd name="T41" fmla="*/ 506 h 585"/>
                <a:gd name="T42" fmla="*/ 542 w 618"/>
                <a:gd name="T43" fmla="*/ 12 h 585"/>
                <a:gd name="T44" fmla="*/ 553 w 618"/>
                <a:gd name="T45" fmla="*/ 4 h 585"/>
                <a:gd name="T46" fmla="*/ 567 w 618"/>
                <a:gd name="T47" fmla="*/ 0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18" h="585">
                  <a:moveTo>
                    <a:pt x="567" y="0"/>
                  </a:moveTo>
                  <a:lnTo>
                    <a:pt x="581" y="0"/>
                  </a:lnTo>
                  <a:lnTo>
                    <a:pt x="594" y="5"/>
                  </a:lnTo>
                  <a:lnTo>
                    <a:pt x="606" y="14"/>
                  </a:lnTo>
                  <a:lnTo>
                    <a:pt x="614" y="27"/>
                  </a:lnTo>
                  <a:lnTo>
                    <a:pt x="618" y="39"/>
                  </a:lnTo>
                  <a:lnTo>
                    <a:pt x="618" y="53"/>
                  </a:lnTo>
                  <a:lnTo>
                    <a:pt x="613" y="67"/>
                  </a:lnTo>
                  <a:lnTo>
                    <a:pt x="604" y="78"/>
                  </a:lnTo>
                  <a:lnTo>
                    <a:pt x="77" y="572"/>
                  </a:lnTo>
                  <a:lnTo>
                    <a:pt x="67" y="580"/>
                  </a:lnTo>
                  <a:lnTo>
                    <a:pt x="56" y="583"/>
                  </a:lnTo>
                  <a:lnTo>
                    <a:pt x="45" y="585"/>
                  </a:lnTo>
                  <a:lnTo>
                    <a:pt x="34" y="583"/>
                  </a:lnTo>
                  <a:lnTo>
                    <a:pt x="22" y="579"/>
                  </a:lnTo>
                  <a:lnTo>
                    <a:pt x="12" y="570"/>
                  </a:lnTo>
                  <a:lnTo>
                    <a:pt x="3" y="558"/>
                  </a:lnTo>
                  <a:lnTo>
                    <a:pt x="0" y="544"/>
                  </a:lnTo>
                  <a:lnTo>
                    <a:pt x="0" y="530"/>
                  </a:lnTo>
                  <a:lnTo>
                    <a:pt x="5" y="518"/>
                  </a:lnTo>
                  <a:lnTo>
                    <a:pt x="14" y="506"/>
                  </a:lnTo>
                  <a:lnTo>
                    <a:pt x="542" y="12"/>
                  </a:lnTo>
                  <a:lnTo>
                    <a:pt x="553" y="4"/>
                  </a:lnTo>
                  <a:lnTo>
                    <a:pt x="567"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49" name="Freeform 40"/>
            <p:cNvSpPr>
              <a:spLocks/>
            </p:cNvSpPr>
            <p:nvPr/>
          </p:nvSpPr>
          <p:spPr bwMode="auto">
            <a:xfrm>
              <a:off x="1004888" y="3863975"/>
              <a:ext cx="1504950" cy="1068388"/>
            </a:xfrm>
            <a:custGeom>
              <a:avLst/>
              <a:gdLst>
                <a:gd name="T0" fmla="*/ 2174 w 2843"/>
                <a:gd name="T1" fmla="*/ 0 h 2017"/>
                <a:gd name="T2" fmla="*/ 2201 w 2843"/>
                <a:gd name="T3" fmla="*/ 9 h 2017"/>
                <a:gd name="T4" fmla="*/ 2218 w 2843"/>
                <a:gd name="T5" fmla="*/ 32 h 2017"/>
                <a:gd name="T6" fmla="*/ 2218 w 2843"/>
                <a:gd name="T7" fmla="*/ 59 h 2017"/>
                <a:gd name="T8" fmla="*/ 2201 w 2843"/>
                <a:gd name="T9" fmla="*/ 82 h 2017"/>
                <a:gd name="T10" fmla="*/ 2174 w 2843"/>
                <a:gd name="T11" fmla="*/ 92 h 2017"/>
                <a:gd name="T12" fmla="*/ 201 w 2843"/>
                <a:gd name="T13" fmla="*/ 94 h 2017"/>
                <a:gd name="T14" fmla="*/ 153 w 2843"/>
                <a:gd name="T15" fmla="*/ 114 h 2017"/>
                <a:gd name="T16" fmla="*/ 115 w 2843"/>
                <a:gd name="T17" fmla="*/ 152 h 2017"/>
                <a:gd name="T18" fmla="*/ 95 w 2843"/>
                <a:gd name="T19" fmla="*/ 201 h 2017"/>
                <a:gd name="T20" fmla="*/ 91 w 2843"/>
                <a:gd name="T21" fmla="*/ 1788 h 2017"/>
                <a:gd name="T22" fmla="*/ 102 w 2843"/>
                <a:gd name="T23" fmla="*/ 1842 h 2017"/>
                <a:gd name="T24" fmla="*/ 132 w 2843"/>
                <a:gd name="T25" fmla="*/ 1886 h 2017"/>
                <a:gd name="T26" fmla="*/ 175 w 2843"/>
                <a:gd name="T27" fmla="*/ 1915 h 2017"/>
                <a:gd name="T28" fmla="*/ 229 w 2843"/>
                <a:gd name="T29" fmla="*/ 1926 h 2017"/>
                <a:gd name="T30" fmla="*/ 2641 w 2843"/>
                <a:gd name="T31" fmla="*/ 1922 h 2017"/>
                <a:gd name="T32" fmla="*/ 2691 w 2843"/>
                <a:gd name="T33" fmla="*/ 1902 h 2017"/>
                <a:gd name="T34" fmla="*/ 2728 w 2843"/>
                <a:gd name="T35" fmla="*/ 1866 h 2017"/>
                <a:gd name="T36" fmla="*/ 2748 w 2843"/>
                <a:gd name="T37" fmla="*/ 1816 h 2017"/>
                <a:gd name="T38" fmla="*/ 2751 w 2843"/>
                <a:gd name="T39" fmla="*/ 667 h 2017"/>
                <a:gd name="T40" fmla="*/ 2760 w 2843"/>
                <a:gd name="T41" fmla="*/ 640 h 2017"/>
                <a:gd name="T42" fmla="*/ 2782 w 2843"/>
                <a:gd name="T43" fmla="*/ 624 h 2017"/>
                <a:gd name="T44" fmla="*/ 2811 w 2843"/>
                <a:gd name="T45" fmla="*/ 624 h 2017"/>
                <a:gd name="T46" fmla="*/ 2834 w 2843"/>
                <a:gd name="T47" fmla="*/ 640 h 2017"/>
                <a:gd name="T48" fmla="*/ 2843 w 2843"/>
                <a:gd name="T49" fmla="*/ 667 h 2017"/>
                <a:gd name="T50" fmla="*/ 2839 w 2843"/>
                <a:gd name="T51" fmla="*/ 1826 h 2017"/>
                <a:gd name="T52" fmla="*/ 2817 w 2843"/>
                <a:gd name="T53" fmla="*/ 1893 h 2017"/>
                <a:gd name="T54" fmla="*/ 2776 w 2843"/>
                <a:gd name="T55" fmla="*/ 1950 h 2017"/>
                <a:gd name="T56" fmla="*/ 2719 w 2843"/>
                <a:gd name="T57" fmla="*/ 1991 h 2017"/>
                <a:gd name="T58" fmla="*/ 2651 w 2843"/>
                <a:gd name="T59" fmla="*/ 2014 h 2017"/>
                <a:gd name="T60" fmla="*/ 229 w 2843"/>
                <a:gd name="T61" fmla="*/ 2017 h 2017"/>
                <a:gd name="T62" fmla="*/ 157 w 2843"/>
                <a:gd name="T63" fmla="*/ 2005 h 2017"/>
                <a:gd name="T64" fmla="*/ 94 w 2843"/>
                <a:gd name="T65" fmla="*/ 1973 h 2017"/>
                <a:gd name="T66" fmla="*/ 44 w 2843"/>
                <a:gd name="T67" fmla="*/ 1924 h 2017"/>
                <a:gd name="T68" fmla="*/ 12 w 2843"/>
                <a:gd name="T69" fmla="*/ 1860 h 2017"/>
                <a:gd name="T70" fmla="*/ 0 w 2843"/>
                <a:gd name="T71" fmla="*/ 1788 h 2017"/>
                <a:gd name="T72" fmla="*/ 3 w 2843"/>
                <a:gd name="T73" fmla="*/ 192 h 2017"/>
                <a:gd name="T74" fmla="*/ 26 w 2843"/>
                <a:gd name="T75" fmla="*/ 124 h 2017"/>
                <a:gd name="T76" fmla="*/ 67 w 2843"/>
                <a:gd name="T77" fmla="*/ 67 h 2017"/>
                <a:gd name="T78" fmla="*/ 124 w 2843"/>
                <a:gd name="T79" fmla="*/ 25 h 2017"/>
                <a:gd name="T80" fmla="*/ 192 w 2843"/>
                <a:gd name="T81" fmla="*/ 3 h 2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43" h="2017">
                  <a:moveTo>
                    <a:pt x="229" y="0"/>
                  </a:moveTo>
                  <a:lnTo>
                    <a:pt x="2174" y="0"/>
                  </a:lnTo>
                  <a:lnTo>
                    <a:pt x="2189" y="3"/>
                  </a:lnTo>
                  <a:lnTo>
                    <a:pt x="2201" y="9"/>
                  </a:lnTo>
                  <a:lnTo>
                    <a:pt x="2212" y="19"/>
                  </a:lnTo>
                  <a:lnTo>
                    <a:pt x="2218" y="32"/>
                  </a:lnTo>
                  <a:lnTo>
                    <a:pt x="2221" y="45"/>
                  </a:lnTo>
                  <a:lnTo>
                    <a:pt x="2218" y="59"/>
                  </a:lnTo>
                  <a:lnTo>
                    <a:pt x="2212" y="72"/>
                  </a:lnTo>
                  <a:lnTo>
                    <a:pt x="2201" y="82"/>
                  </a:lnTo>
                  <a:lnTo>
                    <a:pt x="2189" y="88"/>
                  </a:lnTo>
                  <a:lnTo>
                    <a:pt x="2174" y="92"/>
                  </a:lnTo>
                  <a:lnTo>
                    <a:pt x="229" y="92"/>
                  </a:lnTo>
                  <a:lnTo>
                    <a:pt x="201" y="94"/>
                  </a:lnTo>
                  <a:lnTo>
                    <a:pt x="175" y="102"/>
                  </a:lnTo>
                  <a:lnTo>
                    <a:pt x="153" y="114"/>
                  </a:lnTo>
                  <a:lnTo>
                    <a:pt x="132" y="131"/>
                  </a:lnTo>
                  <a:lnTo>
                    <a:pt x="115" y="152"/>
                  </a:lnTo>
                  <a:lnTo>
                    <a:pt x="102" y="176"/>
                  </a:lnTo>
                  <a:lnTo>
                    <a:pt x="95" y="201"/>
                  </a:lnTo>
                  <a:lnTo>
                    <a:pt x="91" y="229"/>
                  </a:lnTo>
                  <a:lnTo>
                    <a:pt x="91" y="1788"/>
                  </a:lnTo>
                  <a:lnTo>
                    <a:pt x="95" y="1816"/>
                  </a:lnTo>
                  <a:lnTo>
                    <a:pt x="102" y="1842"/>
                  </a:lnTo>
                  <a:lnTo>
                    <a:pt x="115" y="1866"/>
                  </a:lnTo>
                  <a:lnTo>
                    <a:pt x="132" y="1886"/>
                  </a:lnTo>
                  <a:lnTo>
                    <a:pt x="153" y="1902"/>
                  </a:lnTo>
                  <a:lnTo>
                    <a:pt x="175" y="1915"/>
                  </a:lnTo>
                  <a:lnTo>
                    <a:pt x="201" y="1922"/>
                  </a:lnTo>
                  <a:lnTo>
                    <a:pt x="229" y="1926"/>
                  </a:lnTo>
                  <a:lnTo>
                    <a:pt x="2613" y="1926"/>
                  </a:lnTo>
                  <a:lnTo>
                    <a:pt x="2641" y="1922"/>
                  </a:lnTo>
                  <a:lnTo>
                    <a:pt x="2667" y="1915"/>
                  </a:lnTo>
                  <a:lnTo>
                    <a:pt x="2691" y="1902"/>
                  </a:lnTo>
                  <a:lnTo>
                    <a:pt x="2710" y="1886"/>
                  </a:lnTo>
                  <a:lnTo>
                    <a:pt x="2728" y="1866"/>
                  </a:lnTo>
                  <a:lnTo>
                    <a:pt x="2740" y="1842"/>
                  </a:lnTo>
                  <a:lnTo>
                    <a:pt x="2748" y="1816"/>
                  </a:lnTo>
                  <a:lnTo>
                    <a:pt x="2751" y="1788"/>
                  </a:lnTo>
                  <a:lnTo>
                    <a:pt x="2751" y="667"/>
                  </a:lnTo>
                  <a:lnTo>
                    <a:pt x="2753" y="653"/>
                  </a:lnTo>
                  <a:lnTo>
                    <a:pt x="2760" y="640"/>
                  </a:lnTo>
                  <a:lnTo>
                    <a:pt x="2769" y="630"/>
                  </a:lnTo>
                  <a:lnTo>
                    <a:pt x="2782" y="624"/>
                  </a:lnTo>
                  <a:lnTo>
                    <a:pt x="2796" y="621"/>
                  </a:lnTo>
                  <a:lnTo>
                    <a:pt x="2811" y="624"/>
                  </a:lnTo>
                  <a:lnTo>
                    <a:pt x="2824" y="630"/>
                  </a:lnTo>
                  <a:lnTo>
                    <a:pt x="2834" y="640"/>
                  </a:lnTo>
                  <a:lnTo>
                    <a:pt x="2841" y="653"/>
                  </a:lnTo>
                  <a:lnTo>
                    <a:pt x="2843" y="667"/>
                  </a:lnTo>
                  <a:lnTo>
                    <a:pt x="2843" y="1788"/>
                  </a:lnTo>
                  <a:lnTo>
                    <a:pt x="2839" y="1826"/>
                  </a:lnTo>
                  <a:lnTo>
                    <a:pt x="2831" y="1860"/>
                  </a:lnTo>
                  <a:lnTo>
                    <a:pt x="2817" y="1893"/>
                  </a:lnTo>
                  <a:lnTo>
                    <a:pt x="2799" y="1924"/>
                  </a:lnTo>
                  <a:lnTo>
                    <a:pt x="2776" y="1950"/>
                  </a:lnTo>
                  <a:lnTo>
                    <a:pt x="2749" y="1973"/>
                  </a:lnTo>
                  <a:lnTo>
                    <a:pt x="2719" y="1991"/>
                  </a:lnTo>
                  <a:lnTo>
                    <a:pt x="2686" y="2005"/>
                  </a:lnTo>
                  <a:lnTo>
                    <a:pt x="2651" y="2014"/>
                  </a:lnTo>
                  <a:lnTo>
                    <a:pt x="2613" y="2017"/>
                  </a:lnTo>
                  <a:lnTo>
                    <a:pt x="229" y="2017"/>
                  </a:lnTo>
                  <a:lnTo>
                    <a:pt x="192" y="2014"/>
                  </a:lnTo>
                  <a:lnTo>
                    <a:pt x="157" y="2005"/>
                  </a:lnTo>
                  <a:lnTo>
                    <a:pt x="124" y="1991"/>
                  </a:lnTo>
                  <a:lnTo>
                    <a:pt x="94" y="1973"/>
                  </a:lnTo>
                  <a:lnTo>
                    <a:pt x="67" y="1950"/>
                  </a:lnTo>
                  <a:lnTo>
                    <a:pt x="44" y="1924"/>
                  </a:lnTo>
                  <a:lnTo>
                    <a:pt x="26" y="1893"/>
                  </a:lnTo>
                  <a:lnTo>
                    <a:pt x="12" y="1860"/>
                  </a:lnTo>
                  <a:lnTo>
                    <a:pt x="3" y="1826"/>
                  </a:lnTo>
                  <a:lnTo>
                    <a:pt x="0" y="1788"/>
                  </a:lnTo>
                  <a:lnTo>
                    <a:pt x="0" y="229"/>
                  </a:lnTo>
                  <a:lnTo>
                    <a:pt x="3" y="192"/>
                  </a:lnTo>
                  <a:lnTo>
                    <a:pt x="12" y="156"/>
                  </a:lnTo>
                  <a:lnTo>
                    <a:pt x="26" y="124"/>
                  </a:lnTo>
                  <a:lnTo>
                    <a:pt x="44" y="94"/>
                  </a:lnTo>
                  <a:lnTo>
                    <a:pt x="67" y="67"/>
                  </a:lnTo>
                  <a:lnTo>
                    <a:pt x="94" y="44"/>
                  </a:lnTo>
                  <a:lnTo>
                    <a:pt x="124" y="25"/>
                  </a:lnTo>
                  <a:lnTo>
                    <a:pt x="157" y="12"/>
                  </a:lnTo>
                  <a:lnTo>
                    <a:pt x="192" y="3"/>
                  </a:lnTo>
                  <a:lnTo>
                    <a:pt x="229"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50" name="Freeform 41"/>
            <p:cNvSpPr>
              <a:spLocks/>
            </p:cNvSpPr>
            <p:nvPr/>
          </p:nvSpPr>
          <p:spPr bwMode="auto">
            <a:xfrm>
              <a:off x="1039813" y="3905250"/>
              <a:ext cx="1228725" cy="614363"/>
            </a:xfrm>
            <a:custGeom>
              <a:avLst/>
              <a:gdLst>
                <a:gd name="T0" fmla="*/ 49 w 2322"/>
                <a:gd name="T1" fmla="*/ 0 h 1161"/>
                <a:gd name="T2" fmla="*/ 63 w 2322"/>
                <a:gd name="T3" fmla="*/ 3 h 1161"/>
                <a:gd name="T4" fmla="*/ 76 w 2322"/>
                <a:gd name="T5" fmla="*/ 11 h 1161"/>
                <a:gd name="T6" fmla="*/ 1248 w 2322"/>
                <a:gd name="T7" fmla="*/ 1031 h 1161"/>
                <a:gd name="T8" fmla="*/ 1270 w 2322"/>
                <a:gd name="T9" fmla="*/ 1047 h 1161"/>
                <a:gd name="T10" fmla="*/ 1292 w 2322"/>
                <a:gd name="T11" fmla="*/ 1058 h 1161"/>
                <a:gd name="T12" fmla="*/ 1317 w 2322"/>
                <a:gd name="T13" fmla="*/ 1065 h 1161"/>
                <a:gd name="T14" fmla="*/ 1343 w 2322"/>
                <a:gd name="T15" fmla="*/ 1070 h 1161"/>
                <a:gd name="T16" fmla="*/ 1370 w 2322"/>
                <a:gd name="T17" fmla="*/ 1070 h 1161"/>
                <a:gd name="T18" fmla="*/ 1396 w 2322"/>
                <a:gd name="T19" fmla="*/ 1065 h 1161"/>
                <a:gd name="T20" fmla="*/ 1420 w 2322"/>
                <a:gd name="T21" fmla="*/ 1058 h 1161"/>
                <a:gd name="T22" fmla="*/ 1444 w 2322"/>
                <a:gd name="T23" fmla="*/ 1047 h 1161"/>
                <a:gd name="T24" fmla="*/ 1465 w 2322"/>
                <a:gd name="T25" fmla="*/ 1032 h 1161"/>
                <a:gd name="T26" fmla="*/ 2247 w 2322"/>
                <a:gd name="T27" fmla="*/ 356 h 1161"/>
                <a:gd name="T28" fmla="*/ 2259 w 2322"/>
                <a:gd name="T29" fmla="*/ 349 h 1161"/>
                <a:gd name="T30" fmla="*/ 2273 w 2322"/>
                <a:gd name="T31" fmla="*/ 346 h 1161"/>
                <a:gd name="T32" fmla="*/ 2287 w 2322"/>
                <a:gd name="T33" fmla="*/ 346 h 1161"/>
                <a:gd name="T34" fmla="*/ 2300 w 2322"/>
                <a:gd name="T35" fmla="*/ 351 h 1161"/>
                <a:gd name="T36" fmla="*/ 2312 w 2322"/>
                <a:gd name="T37" fmla="*/ 361 h 1161"/>
                <a:gd name="T38" fmla="*/ 2319 w 2322"/>
                <a:gd name="T39" fmla="*/ 374 h 1161"/>
                <a:gd name="T40" fmla="*/ 2322 w 2322"/>
                <a:gd name="T41" fmla="*/ 388 h 1161"/>
                <a:gd name="T42" fmla="*/ 2321 w 2322"/>
                <a:gd name="T43" fmla="*/ 401 h 1161"/>
                <a:gd name="T44" fmla="*/ 2316 w 2322"/>
                <a:gd name="T45" fmla="*/ 414 h 1161"/>
                <a:gd name="T46" fmla="*/ 2306 w 2322"/>
                <a:gd name="T47" fmla="*/ 425 h 1161"/>
                <a:gd name="T48" fmla="*/ 1525 w 2322"/>
                <a:gd name="T49" fmla="*/ 1101 h 1161"/>
                <a:gd name="T50" fmla="*/ 1496 w 2322"/>
                <a:gd name="T51" fmla="*/ 1122 h 1161"/>
                <a:gd name="T52" fmla="*/ 1463 w 2322"/>
                <a:gd name="T53" fmla="*/ 1140 h 1161"/>
                <a:gd name="T54" fmla="*/ 1429 w 2322"/>
                <a:gd name="T55" fmla="*/ 1151 h 1161"/>
                <a:gd name="T56" fmla="*/ 1393 w 2322"/>
                <a:gd name="T57" fmla="*/ 1159 h 1161"/>
                <a:gd name="T58" fmla="*/ 1357 w 2322"/>
                <a:gd name="T59" fmla="*/ 1161 h 1161"/>
                <a:gd name="T60" fmla="*/ 1320 w 2322"/>
                <a:gd name="T61" fmla="*/ 1159 h 1161"/>
                <a:gd name="T62" fmla="*/ 1285 w 2322"/>
                <a:gd name="T63" fmla="*/ 1151 h 1161"/>
                <a:gd name="T64" fmla="*/ 1250 w 2322"/>
                <a:gd name="T65" fmla="*/ 1140 h 1161"/>
                <a:gd name="T66" fmla="*/ 1218 w 2322"/>
                <a:gd name="T67" fmla="*/ 1122 h 1161"/>
                <a:gd name="T68" fmla="*/ 1188 w 2322"/>
                <a:gd name="T69" fmla="*/ 1101 h 1161"/>
                <a:gd name="T70" fmla="*/ 16 w 2322"/>
                <a:gd name="T71" fmla="*/ 80 h 1161"/>
                <a:gd name="T72" fmla="*/ 6 w 2322"/>
                <a:gd name="T73" fmla="*/ 68 h 1161"/>
                <a:gd name="T74" fmla="*/ 1 w 2322"/>
                <a:gd name="T75" fmla="*/ 56 h 1161"/>
                <a:gd name="T76" fmla="*/ 0 w 2322"/>
                <a:gd name="T77" fmla="*/ 42 h 1161"/>
                <a:gd name="T78" fmla="*/ 4 w 2322"/>
                <a:gd name="T79" fmla="*/ 28 h 1161"/>
                <a:gd name="T80" fmla="*/ 11 w 2322"/>
                <a:gd name="T81" fmla="*/ 16 h 1161"/>
                <a:gd name="T82" fmla="*/ 22 w 2322"/>
                <a:gd name="T83" fmla="*/ 6 h 1161"/>
                <a:gd name="T84" fmla="*/ 35 w 2322"/>
                <a:gd name="T85" fmla="*/ 1 h 1161"/>
                <a:gd name="T86" fmla="*/ 49 w 2322"/>
                <a:gd name="T87" fmla="*/ 0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22" h="1161">
                  <a:moveTo>
                    <a:pt x="49" y="0"/>
                  </a:moveTo>
                  <a:lnTo>
                    <a:pt x="63" y="3"/>
                  </a:lnTo>
                  <a:lnTo>
                    <a:pt x="76" y="11"/>
                  </a:lnTo>
                  <a:lnTo>
                    <a:pt x="1248" y="1031"/>
                  </a:lnTo>
                  <a:lnTo>
                    <a:pt x="1270" y="1047"/>
                  </a:lnTo>
                  <a:lnTo>
                    <a:pt x="1292" y="1058"/>
                  </a:lnTo>
                  <a:lnTo>
                    <a:pt x="1317" y="1065"/>
                  </a:lnTo>
                  <a:lnTo>
                    <a:pt x="1343" y="1070"/>
                  </a:lnTo>
                  <a:lnTo>
                    <a:pt x="1370" y="1070"/>
                  </a:lnTo>
                  <a:lnTo>
                    <a:pt x="1396" y="1065"/>
                  </a:lnTo>
                  <a:lnTo>
                    <a:pt x="1420" y="1058"/>
                  </a:lnTo>
                  <a:lnTo>
                    <a:pt x="1444" y="1047"/>
                  </a:lnTo>
                  <a:lnTo>
                    <a:pt x="1465" y="1032"/>
                  </a:lnTo>
                  <a:lnTo>
                    <a:pt x="2247" y="356"/>
                  </a:lnTo>
                  <a:lnTo>
                    <a:pt x="2259" y="349"/>
                  </a:lnTo>
                  <a:lnTo>
                    <a:pt x="2273" y="346"/>
                  </a:lnTo>
                  <a:lnTo>
                    <a:pt x="2287" y="346"/>
                  </a:lnTo>
                  <a:lnTo>
                    <a:pt x="2300" y="351"/>
                  </a:lnTo>
                  <a:lnTo>
                    <a:pt x="2312" y="361"/>
                  </a:lnTo>
                  <a:lnTo>
                    <a:pt x="2319" y="374"/>
                  </a:lnTo>
                  <a:lnTo>
                    <a:pt x="2322" y="388"/>
                  </a:lnTo>
                  <a:lnTo>
                    <a:pt x="2321" y="401"/>
                  </a:lnTo>
                  <a:lnTo>
                    <a:pt x="2316" y="414"/>
                  </a:lnTo>
                  <a:lnTo>
                    <a:pt x="2306" y="425"/>
                  </a:lnTo>
                  <a:lnTo>
                    <a:pt x="1525" y="1101"/>
                  </a:lnTo>
                  <a:lnTo>
                    <a:pt x="1496" y="1122"/>
                  </a:lnTo>
                  <a:lnTo>
                    <a:pt x="1463" y="1140"/>
                  </a:lnTo>
                  <a:lnTo>
                    <a:pt x="1429" y="1151"/>
                  </a:lnTo>
                  <a:lnTo>
                    <a:pt x="1393" y="1159"/>
                  </a:lnTo>
                  <a:lnTo>
                    <a:pt x="1357" y="1161"/>
                  </a:lnTo>
                  <a:lnTo>
                    <a:pt x="1320" y="1159"/>
                  </a:lnTo>
                  <a:lnTo>
                    <a:pt x="1285" y="1151"/>
                  </a:lnTo>
                  <a:lnTo>
                    <a:pt x="1250" y="1140"/>
                  </a:lnTo>
                  <a:lnTo>
                    <a:pt x="1218" y="1122"/>
                  </a:lnTo>
                  <a:lnTo>
                    <a:pt x="1188" y="1101"/>
                  </a:lnTo>
                  <a:lnTo>
                    <a:pt x="16" y="80"/>
                  </a:lnTo>
                  <a:lnTo>
                    <a:pt x="6" y="68"/>
                  </a:lnTo>
                  <a:lnTo>
                    <a:pt x="1" y="56"/>
                  </a:lnTo>
                  <a:lnTo>
                    <a:pt x="0" y="42"/>
                  </a:lnTo>
                  <a:lnTo>
                    <a:pt x="4" y="28"/>
                  </a:lnTo>
                  <a:lnTo>
                    <a:pt x="11" y="16"/>
                  </a:lnTo>
                  <a:lnTo>
                    <a:pt x="22" y="6"/>
                  </a:lnTo>
                  <a:lnTo>
                    <a:pt x="35" y="1"/>
                  </a:lnTo>
                  <a:lnTo>
                    <a:pt x="49"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51" name="Freeform 42"/>
            <p:cNvSpPr>
              <a:spLocks noEditPoints="1"/>
            </p:cNvSpPr>
            <p:nvPr/>
          </p:nvSpPr>
          <p:spPr bwMode="auto">
            <a:xfrm>
              <a:off x="2132013" y="3535363"/>
              <a:ext cx="706438" cy="706438"/>
            </a:xfrm>
            <a:custGeom>
              <a:avLst/>
              <a:gdLst>
                <a:gd name="T0" fmla="*/ 545 w 1336"/>
                <a:gd name="T1" fmla="*/ 105 h 1334"/>
                <a:gd name="T2" fmla="*/ 377 w 1336"/>
                <a:gd name="T3" fmla="*/ 170 h 1334"/>
                <a:gd name="T4" fmla="*/ 240 w 1336"/>
                <a:gd name="T5" fmla="*/ 282 h 1334"/>
                <a:gd name="T6" fmla="*/ 143 w 1336"/>
                <a:gd name="T7" fmla="*/ 429 h 1334"/>
                <a:gd name="T8" fmla="*/ 95 w 1336"/>
                <a:gd name="T9" fmla="*/ 604 h 1334"/>
                <a:gd name="T10" fmla="*/ 104 w 1336"/>
                <a:gd name="T11" fmla="*/ 790 h 1334"/>
                <a:gd name="T12" fmla="*/ 170 w 1336"/>
                <a:gd name="T13" fmla="*/ 957 h 1334"/>
                <a:gd name="T14" fmla="*/ 282 w 1336"/>
                <a:gd name="T15" fmla="*/ 1093 h 1334"/>
                <a:gd name="T16" fmla="*/ 431 w 1336"/>
                <a:gd name="T17" fmla="*/ 1191 h 1334"/>
                <a:gd name="T18" fmla="*/ 605 w 1336"/>
                <a:gd name="T19" fmla="*/ 1238 h 1334"/>
                <a:gd name="T20" fmla="*/ 791 w 1336"/>
                <a:gd name="T21" fmla="*/ 1228 h 1334"/>
                <a:gd name="T22" fmla="*/ 959 w 1336"/>
                <a:gd name="T23" fmla="*/ 1163 h 1334"/>
                <a:gd name="T24" fmla="*/ 1096 w 1336"/>
                <a:gd name="T25" fmla="*/ 1052 h 1334"/>
                <a:gd name="T26" fmla="*/ 1193 w 1336"/>
                <a:gd name="T27" fmla="*/ 904 h 1334"/>
                <a:gd name="T28" fmla="*/ 1241 w 1336"/>
                <a:gd name="T29" fmla="*/ 729 h 1334"/>
                <a:gd name="T30" fmla="*/ 1231 w 1336"/>
                <a:gd name="T31" fmla="*/ 543 h 1334"/>
                <a:gd name="T32" fmla="*/ 1166 w 1336"/>
                <a:gd name="T33" fmla="*/ 376 h 1334"/>
                <a:gd name="T34" fmla="*/ 1054 w 1336"/>
                <a:gd name="T35" fmla="*/ 240 h 1334"/>
                <a:gd name="T36" fmla="*/ 905 w 1336"/>
                <a:gd name="T37" fmla="*/ 143 h 1334"/>
                <a:gd name="T38" fmla="*/ 731 w 1336"/>
                <a:gd name="T39" fmla="*/ 95 h 1334"/>
                <a:gd name="T40" fmla="*/ 732 w 1336"/>
                <a:gd name="T41" fmla="*/ 4 h 1334"/>
                <a:gd name="T42" fmla="*/ 914 w 1336"/>
                <a:gd name="T43" fmla="*/ 47 h 1334"/>
                <a:gd name="T44" fmla="*/ 1072 w 1336"/>
                <a:gd name="T45" fmla="*/ 136 h 1334"/>
                <a:gd name="T46" fmla="*/ 1200 w 1336"/>
                <a:gd name="T47" fmla="*/ 264 h 1334"/>
                <a:gd name="T48" fmla="*/ 1290 w 1336"/>
                <a:gd name="T49" fmla="*/ 422 h 1334"/>
                <a:gd name="T50" fmla="*/ 1333 w 1336"/>
                <a:gd name="T51" fmla="*/ 602 h 1334"/>
                <a:gd name="T52" fmla="*/ 1324 w 1336"/>
                <a:gd name="T53" fmla="*/ 793 h 1334"/>
                <a:gd name="T54" fmla="*/ 1264 w 1336"/>
                <a:gd name="T55" fmla="*/ 967 h 1334"/>
                <a:gd name="T56" fmla="*/ 1161 w 1336"/>
                <a:gd name="T57" fmla="*/ 1116 h 1334"/>
                <a:gd name="T58" fmla="*/ 1023 w 1336"/>
                <a:gd name="T59" fmla="*/ 1232 h 1334"/>
                <a:gd name="T60" fmla="*/ 856 w 1336"/>
                <a:gd name="T61" fmla="*/ 1307 h 1334"/>
                <a:gd name="T62" fmla="*/ 667 w 1336"/>
                <a:gd name="T63" fmla="*/ 1334 h 1334"/>
                <a:gd name="T64" fmla="*/ 480 w 1336"/>
                <a:gd name="T65" fmla="*/ 1307 h 1334"/>
                <a:gd name="T66" fmla="*/ 313 w 1336"/>
                <a:gd name="T67" fmla="*/ 1232 h 1334"/>
                <a:gd name="T68" fmla="*/ 174 w 1336"/>
                <a:gd name="T69" fmla="*/ 1116 h 1334"/>
                <a:gd name="T70" fmla="*/ 71 w 1336"/>
                <a:gd name="T71" fmla="*/ 967 h 1334"/>
                <a:gd name="T72" fmla="*/ 12 w 1336"/>
                <a:gd name="T73" fmla="*/ 793 h 1334"/>
                <a:gd name="T74" fmla="*/ 3 w 1336"/>
                <a:gd name="T75" fmla="*/ 602 h 1334"/>
                <a:gd name="T76" fmla="*/ 46 w 1336"/>
                <a:gd name="T77" fmla="*/ 422 h 1334"/>
                <a:gd name="T78" fmla="*/ 136 w 1336"/>
                <a:gd name="T79" fmla="*/ 264 h 1334"/>
                <a:gd name="T80" fmla="*/ 264 w 1336"/>
                <a:gd name="T81" fmla="*/ 136 h 1334"/>
                <a:gd name="T82" fmla="*/ 422 w 1336"/>
                <a:gd name="T83" fmla="*/ 47 h 1334"/>
                <a:gd name="T84" fmla="*/ 604 w 1336"/>
                <a:gd name="T85" fmla="*/ 4 h 1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36" h="1334">
                  <a:moveTo>
                    <a:pt x="667" y="92"/>
                  </a:moveTo>
                  <a:lnTo>
                    <a:pt x="605" y="95"/>
                  </a:lnTo>
                  <a:lnTo>
                    <a:pt x="545" y="105"/>
                  </a:lnTo>
                  <a:lnTo>
                    <a:pt x="485" y="121"/>
                  </a:lnTo>
                  <a:lnTo>
                    <a:pt x="431" y="143"/>
                  </a:lnTo>
                  <a:lnTo>
                    <a:pt x="377" y="170"/>
                  </a:lnTo>
                  <a:lnTo>
                    <a:pt x="327" y="202"/>
                  </a:lnTo>
                  <a:lnTo>
                    <a:pt x="282" y="240"/>
                  </a:lnTo>
                  <a:lnTo>
                    <a:pt x="240" y="282"/>
                  </a:lnTo>
                  <a:lnTo>
                    <a:pt x="202" y="327"/>
                  </a:lnTo>
                  <a:lnTo>
                    <a:pt x="170" y="376"/>
                  </a:lnTo>
                  <a:lnTo>
                    <a:pt x="143" y="429"/>
                  </a:lnTo>
                  <a:lnTo>
                    <a:pt x="121" y="485"/>
                  </a:lnTo>
                  <a:lnTo>
                    <a:pt x="104" y="543"/>
                  </a:lnTo>
                  <a:lnTo>
                    <a:pt x="95" y="604"/>
                  </a:lnTo>
                  <a:lnTo>
                    <a:pt x="92" y="666"/>
                  </a:lnTo>
                  <a:lnTo>
                    <a:pt x="95" y="729"/>
                  </a:lnTo>
                  <a:lnTo>
                    <a:pt x="104" y="790"/>
                  </a:lnTo>
                  <a:lnTo>
                    <a:pt x="121" y="848"/>
                  </a:lnTo>
                  <a:lnTo>
                    <a:pt x="143" y="904"/>
                  </a:lnTo>
                  <a:lnTo>
                    <a:pt x="170" y="957"/>
                  </a:lnTo>
                  <a:lnTo>
                    <a:pt x="202" y="1006"/>
                  </a:lnTo>
                  <a:lnTo>
                    <a:pt x="240" y="1052"/>
                  </a:lnTo>
                  <a:lnTo>
                    <a:pt x="282" y="1093"/>
                  </a:lnTo>
                  <a:lnTo>
                    <a:pt x="327" y="1131"/>
                  </a:lnTo>
                  <a:lnTo>
                    <a:pt x="377" y="1163"/>
                  </a:lnTo>
                  <a:lnTo>
                    <a:pt x="431" y="1191"/>
                  </a:lnTo>
                  <a:lnTo>
                    <a:pt x="485" y="1212"/>
                  </a:lnTo>
                  <a:lnTo>
                    <a:pt x="545" y="1228"/>
                  </a:lnTo>
                  <a:lnTo>
                    <a:pt x="605" y="1238"/>
                  </a:lnTo>
                  <a:lnTo>
                    <a:pt x="667" y="1241"/>
                  </a:lnTo>
                  <a:lnTo>
                    <a:pt x="731" y="1238"/>
                  </a:lnTo>
                  <a:lnTo>
                    <a:pt x="791" y="1228"/>
                  </a:lnTo>
                  <a:lnTo>
                    <a:pt x="850" y="1212"/>
                  </a:lnTo>
                  <a:lnTo>
                    <a:pt x="905" y="1191"/>
                  </a:lnTo>
                  <a:lnTo>
                    <a:pt x="959" y="1163"/>
                  </a:lnTo>
                  <a:lnTo>
                    <a:pt x="1009" y="1131"/>
                  </a:lnTo>
                  <a:lnTo>
                    <a:pt x="1054" y="1093"/>
                  </a:lnTo>
                  <a:lnTo>
                    <a:pt x="1096" y="1052"/>
                  </a:lnTo>
                  <a:lnTo>
                    <a:pt x="1133" y="1006"/>
                  </a:lnTo>
                  <a:lnTo>
                    <a:pt x="1166" y="957"/>
                  </a:lnTo>
                  <a:lnTo>
                    <a:pt x="1193" y="904"/>
                  </a:lnTo>
                  <a:lnTo>
                    <a:pt x="1215" y="848"/>
                  </a:lnTo>
                  <a:lnTo>
                    <a:pt x="1231" y="790"/>
                  </a:lnTo>
                  <a:lnTo>
                    <a:pt x="1241" y="729"/>
                  </a:lnTo>
                  <a:lnTo>
                    <a:pt x="1244" y="666"/>
                  </a:lnTo>
                  <a:lnTo>
                    <a:pt x="1241" y="604"/>
                  </a:lnTo>
                  <a:lnTo>
                    <a:pt x="1231" y="543"/>
                  </a:lnTo>
                  <a:lnTo>
                    <a:pt x="1215" y="485"/>
                  </a:lnTo>
                  <a:lnTo>
                    <a:pt x="1193" y="429"/>
                  </a:lnTo>
                  <a:lnTo>
                    <a:pt x="1166" y="376"/>
                  </a:lnTo>
                  <a:lnTo>
                    <a:pt x="1133" y="327"/>
                  </a:lnTo>
                  <a:lnTo>
                    <a:pt x="1096" y="282"/>
                  </a:lnTo>
                  <a:lnTo>
                    <a:pt x="1054" y="240"/>
                  </a:lnTo>
                  <a:lnTo>
                    <a:pt x="1009" y="202"/>
                  </a:lnTo>
                  <a:lnTo>
                    <a:pt x="959" y="170"/>
                  </a:lnTo>
                  <a:lnTo>
                    <a:pt x="905" y="143"/>
                  </a:lnTo>
                  <a:lnTo>
                    <a:pt x="850" y="121"/>
                  </a:lnTo>
                  <a:lnTo>
                    <a:pt x="791" y="105"/>
                  </a:lnTo>
                  <a:lnTo>
                    <a:pt x="731" y="95"/>
                  </a:lnTo>
                  <a:lnTo>
                    <a:pt x="667" y="92"/>
                  </a:lnTo>
                  <a:close/>
                  <a:moveTo>
                    <a:pt x="667" y="0"/>
                  </a:moveTo>
                  <a:lnTo>
                    <a:pt x="732" y="4"/>
                  </a:lnTo>
                  <a:lnTo>
                    <a:pt x="794" y="12"/>
                  </a:lnTo>
                  <a:lnTo>
                    <a:pt x="856" y="27"/>
                  </a:lnTo>
                  <a:lnTo>
                    <a:pt x="914" y="47"/>
                  </a:lnTo>
                  <a:lnTo>
                    <a:pt x="969" y="72"/>
                  </a:lnTo>
                  <a:lnTo>
                    <a:pt x="1023" y="101"/>
                  </a:lnTo>
                  <a:lnTo>
                    <a:pt x="1072" y="136"/>
                  </a:lnTo>
                  <a:lnTo>
                    <a:pt x="1118" y="174"/>
                  </a:lnTo>
                  <a:lnTo>
                    <a:pt x="1161" y="217"/>
                  </a:lnTo>
                  <a:lnTo>
                    <a:pt x="1200" y="264"/>
                  </a:lnTo>
                  <a:lnTo>
                    <a:pt x="1235" y="313"/>
                  </a:lnTo>
                  <a:lnTo>
                    <a:pt x="1264" y="366"/>
                  </a:lnTo>
                  <a:lnTo>
                    <a:pt x="1290" y="422"/>
                  </a:lnTo>
                  <a:lnTo>
                    <a:pt x="1309" y="480"/>
                  </a:lnTo>
                  <a:lnTo>
                    <a:pt x="1324" y="540"/>
                  </a:lnTo>
                  <a:lnTo>
                    <a:pt x="1333" y="602"/>
                  </a:lnTo>
                  <a:lnTo>
                    <a:pt x="1336" y="666"/>
                  </a:lnTo>
                  <a:lnTo>
                    <a:pt x="1333" y="731"/>
                  </a:lnTo>
                  <a:lnTo>
                    <a:pt x="1324" y="793"/>
                  </a:lnTo>
                  <a:lnTo>
                    <a:pt x="1309" y="853"/>
                  </a:lnTo>
                  <a:lnTo>
                    <a:pt x="1290" y="911"/>
                  </a:lnTo>
                  <a:lnTo>
                    <a:pt x="1264" y="967"/>
                  </a:lnTo>
                  <a:lnTo>
                    <a:pt x="1235" y="1020"/>
                  </a:lnTo>
                  <a:lnTo>
                    <a:pt x="1200" y="1069"/>
                  </a:lnTo>
                  <a:lnTo>
                    <a:pt x="1161" y="1116"/>
                  </a:lnTo>
                  <a:lnTo>
                    <a:pt x="1118" y="1159"/>
                  </a:lnTo>
                  <a:lnTo>
                    <a:pt x="1072" y="1197"/>
                  </a:lnTo>
                  <a:lnTo>
                    <a:pt x="1023" y="1232"/>
                  </a:lnTo>
                  <a:lnTo>
                    <a:pt x="969" y="1262"/>
                  </a:lnTo>
                  <a:lnTo>
                    <a:pt x="914" y="1286"/>
                  </a:lnTo>
                  <a:lnTo>
                    <a:pt x="856" y="1307"/>
                  </a:lnTo>
                  <a:lnTo>
                    <a:pt x="794" y="1321"/>
                  </a:lnTo>
                  <a:lnTo>
                    <a:pt x="732" y="1330"/>
                  </a:lnTo>
                  <a:lnTo>
                    <a:pt x="667" y="1334"/>
                  </a:lnTo>
                  <a:lnTo>
                    <a:pt x="604" y="1330"/>
                  </a:lnTo>
                  <a:lnTo>
                    <a:pt x="541" y="1321"/>
                  </a:lnTo>
                  <a:lnTo>
                    <a:pt x="480" y="1307"/>
                  </a:lnTo>
                  <a:lnTo>
                    <a:pt x="422" y="1286"/>
                  </a:lnTo>
                  <a:lnTo>
                    <a:pt x="366" y="1262"/>
                  </a:lnTo>
                  <a:lnTo>
                    <a:pt x="313" y="1232"/>
                  </a:lnTo>
                  <a:lnTo>
                    <a:pt x="264" y="1197"/>
                  </a:lnTo>
                  <a:lnTo>
                    <a:pt x="217" y="1159"/>
                  </a:lnTo>
                  <a:lnTo>
                    <a:pt x="174" y="1116"/>
                  </a:lnTo>
                  <a:lnTo>
                    <a:pt x="136" y="1069"/>
                  </a:lnTo>
                  <a:lnTo>
                    <a:pt x="101" y="1020"/>
                  </a:lnTo>
                  <a:lnTo>
                    <a:pt x="71" y="967"/>
                  </a:lnTo>
                  <a:lnTo>
                    <a:pt x="46" y="911"/>
                  </a:lnTo>
                  <a:lnTo>
                    <a:pt x="27" y="853"/>
                  </a:lnTo>
                  <a:lnTo>
                    <a:pt x="12" y="793"/>
                  </a:lnTo>
                  <a:lnTo>
                    <a:pt x="3" y="731"/>
                  </a:lnTo>
                  <a:lnTo>
                    <a:pt x="0" y="666"/>
                  </a:lnTo>
                  <a:lnTo>
                    <a:pt x="3" y="602"/>
                  </a:lnTo>
                  <a:lnTo>
                    <a:pt x="12" y="540"/>
                  </a:lnTo>
                  <a:lnTo>
                    <a:pt x="27" y="480"/>
                  </a:lnTo>
                  <a:lnTo>
                    <a:pt x="46" y="422"/>
                  </a:lnTo>
                  <a:lnTo>
                    <a:pt x="71" y="366"/>
                  </a:lnTo>
                  <a:lnTo>
                    <a:pt x="101" y="313"/>
                  </a:lnTo>
                  <a:lnTo>
                    <a:pt x="136" y="264"/>
                  </a:lnTo>
                  <a:lnTo>
                    <a:pt x="174" y="217"/>
                  </a:lnTo>
                  <a:lnTo>
                    <a:pt x="217" y="174"/>
                  </a:lnTo>
                  <a:lnTo>
                    <a:pt x="264" y="136"/>
                  </a:lnTo>
                  <a:lnTo>
                    <a:pt x="313" y="101"/>
                  </a:lnTo>
                  <a:lnTo>
                    <a:pt x="366" y="72"/>
                  </a:lnTo>
                  <a:lnTo>
                    <a:pt x="422" y="47"/>
                  </a:lnTo>
                  <a:lnTo>
                    <a:pt x="480" y="27"/>
                  </a:lnTo>
                  <a:lnTo>
                    <a:pt x="541" y="12"/>
                  </a:lnTo>
                  <a:lnTo>
                    <a:pt x="604" y="4"/>
                  </a:lnTo>
                  <a:lnTo>
                    <a:pt x="667"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52" name="Freeform 43"/>
            <p:cNvSpPr>
              <a:spLocks/>
            </p:cNvSpPr>
            <p:nvPr/>
          </p:nvSpPr>
          <p:spPr bwMode="auto">
            <a:xfrm>
              <a:off x="2317751" y="3863975"/>
              <a:ext cx="341313" cy="49213"/>
            </a:xfrm>
            <a:custGeom>
              <a:avLst/>
              <a:gdLst>
                <a:gd name="T0" fmla="*/ 46 w 644"/>
                <a:gd name="T1" fmla="*/ 0 h 92"/>
                <a:gd name="T2" fmla="*/ 597 w 644"/>
                <a:gd name="T3" fmla="*/ 0 h 92"/>
                <a:gd name="T4" fmla="*/ 612 w 644"/>
                <a:gd name="T5" fmla="*/ 3 h 92"/>
                <a:gd name="T6" fmla="*/ 624 w 644"/>
                <a:gd name="T7" fmla="*/ 9 h 92"/>
                <a:gd name="T8" fmla="*/ 634 w 644"/>
                <a:gd name="T9" fmla="*/ 19 h 92"/>
                <a:gd name="T10" fmla="*/ 640 w 644"/>
                <a:gd name="T11" fmla="*/ 32 h 92"/>
                <a:gd name="T12" fmla="*/ 644 w 644"/>
                <a:gd name="T13" fmla="*/ 45 h 92"/>
                <a:gd name="T14" fmla="*/ 640 w 644"/>
                <a:gd name="T15" fmla="*/ 61 h 92"/>
                <a:gd name="T16" fmla="*/ 634 w 644"/>
                <a:gd name="T17" fmla="*/ 72 h 92"/>
                <a:gd name="T18" fmla="*/ 624 w 644"/>
                <a:gd name="T19" fmla="*/ 83 h 92"/>
                <a:gd name="T20" fmla="*/ 612 w 644"/>
                <a:gd name="T21" fmla="*/ 90 h 92"/>
                <a:gd name="T22" fmla="*/ 597 w 644"/>
                <a:gd name="T23" fmla="*/ 92 h 92"/>
                <a:gd name="T24" fmla="*/ 46 w 644"/>
                <a:gd name="T25" fmla="*/ 92 h 92"/>
                <a:gd name="T26" fmla="*/ 31 w 644"/>
                <a:gd name="T27" fmla="*/ 90 h 92"/>
                <a:gd name="T28" fmla="*/ 19 w 644"/>
                <a:gd name="T29" fmla="*/ 83 h 92"/>
                <a:gd name="T30" fmla="*/ 9 w 644"/>
                <a:gd name="T31" fmla="*/ 72 h 92"/>
                <a:gd name="T32" fmla="*/ 2 w 644"/>
                <a:gd name="T33" fmla="*/ 61 h 92"/>
                <a:gd name="T34" fmla="*/ 0 w 644"/>
                <a:gd name="T35" fmla="*/ 45 h 92"/>
                <a:gd name="T36" fmla="*/ 2 w 644"/>
                <a:gd name="T37" fmla="*/ 32 h 92"/>
                <a:gd name="T38" fmla="*/ 9 w 644"/>
                <a:gd name="T39" fmla="*/ 19 h 92"/>
                <a:gd name="T40" fmla="*/ 19 w 644"/>
                <a:gd name="T41" fmla="*/ 9 h 92"/>
                <a:gd name="T42" fmla="*/ 31 w 644"/>
                <a:gd name="T43" fmla="*/ 3 h 92"/>
                <a:gd name="T44" fmla="*/ 46 w 644"/>
                <a:gd name="T45"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4" h="92">
                  <a:moveTo>
                    <a:pt x="46" y="0"/>
                  </a:moveTo>
                  <a:lnTo>
                    <a:pt x="597" y="0"/>
                  </a:lnTo>
                  <a:lnTo>
                    <a:pt x="612" y="3"/>
                  </a:lnTo>
                  <a:lnTo>
                    <a:pt x="624" y="9"/>
                  </a:lnTo>
                  <a:lnTo>
                    <a:pt x="634" y="19"/>
                  </a:lnTo>
                  <a:lnTo>
                    <a:pt x="640" y="32"/>
                  </a:lnTo>
                  <a:lnTo>
                    <a:pt x="644" y="45"/>
                  </a:lnTo>
                  <a:lnTo>
                    <a:pt x="640" y="61"/>
                  </a:lnTo>
                  <a:lnTo>
                    <a:pt x="634" y="72"/>
                  </a:lnTo>
                  <a:lnTo>
                    <a:pt x="624" y="83"/>
                  </a:lnTo>
                  <a:lnTo>
                    <a:pt x="612" y="90"/>
                  </a:lnTo>
                  <a:lnTo>
                    <a:pt x="597" y="92"/>
                  </a:lnTo>
                  <a:lnTo>
                    <a:pt x="46" y="92"/>
                  </a:lnTo>
                  <a:lnTo>
                    <a:pt x="31" y="90"/>
                  </a:lnTo>
                  <a:lnTo>
                    <a:pt x="19" y="83"/>
                  </a:lnTo>
                  <a:lnTo>
                    <a:pt x="9" y="72"/>
                  </a:lnTo>
                  <a:lnTo>
                    <a:pt x="2" y="61"/>
                  </a:lnTo>
                  <a:lnTo>
                    <a:pt x="0" y="45"/>
                  </a:lnTo>
                  <a:lnTo>
                    <a:pt x="2" y="32"/>
                  </a:lnTo>
                  <a:lnTo>
                    <a:pt x="9" y="19"/>
                  </a:lnTo>
                  <a:lnTo>
                    <a:pt x="19" y="9"/>
                  </a:lnTo>
                  <a:lnTo>
                    <a:pt x="31" y="3"/>
                  </a:lnTo>
                  <a:lnTo>
                    <a:pt x="46"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53" name="Freeform 44"/>
            <p:cNvSpPr>
              <a:spLocks/>
            </p:cNvSpPr>
            <p:nvPr/>
          </p:nvSpPr>
          <p:spPr bwMode="auto">
            <a:xfrm>
              <a:off x="2463801" y="3719513"/>
              <a:ext cx="47625" cy="339725"/>
            </a:xfrm>
            <a:custGeom>
              <a:avLst/>
              <a:gdLst>
                <a:gd name="T0" fmla="*/ 46 w 91"/>
                <a:gd name="T1" fmla="*/ 0 h 642"/>
                <a:gd name="T2" fmla="*/ 60 w 91"/>
                <a:gd name="T3" fmla="*/ 2 h 642"/>
                <a:gd name="T4" fmla="*/ 73 w 91"/>
                <a:gd name="T5" fmla="*/ 9 h 642"/>
                <a:gd name="T6" fmla="*/ 82 w 91"/>
                <a:gd name="T7" fmla="*/ 19 h 642"/>
                <a:gd name="T8" fmla="*/ 89 w 91"/>
                <a:gd name="T9" fmla="*/ 31 h 642"/>
                <a:gd name="T10" fmla="*/ 91 w 91"/>
                <a:gd name="T11" fmla="*/ 45 h 642"/>
                <a:gd name="T12" fmla="*/ 91 w 91"/>
                <a:gd name="T13" fmla="*/ 596 h 642"/>
                <a:gd name="T14" fmla="*/ 89 w 91"/>
                <a:gd name="T15" fmla="*/ 611 h 642"/>
                <a:gd name="T16" fmla="*/ 82 w 91"/>
                <a:gd name="T17" fmla="*/ 623 h 642"/>
                <a:gd name="T18" fmla="*/ 73 w 91"/>
                <a:gd name="T19" fmla="*/ 633 h 642"/>
                <a:gd name="T20" fmla="*/ 60 w 91"/>
                <a:gd name="T21" fmla="*/ 640 h 642"/>
                <a:gd name="T22" fmla="*/ 46 w 91"/>
                <a:gd name="T23" fmla="*/ 642 h 642"/>
                <a:gd name="T24" fmla="*/ 31 w 91"/>
                <a:gd name="T25" fmla="*/ 640 h 642"/>
                <a:gd name="T26" fmla="*/ 19 w 91"/>
                <a:gd name="T27" fmla="*/ 633 h 642"/>
                <a:gd name="T28" fmla="*/ 9 w 91"/>
                <a:gd name="T29" fmla="*/ 623 h 642"/>
                <a:gd name="T30" fmla="*/ 3 w 91"/>
                <a:gd name="T31" fmla="*/ 611 h 642"/>
                <a:gd name="T32" fmla="*/ 0 w 91"/>
                <a:gd name="T33" fmla="*/ 596 h 642"/>
                <a:gd name="T34" fmla="*/ 0 w 91"/>
                <a:gd name="T35" fmla="*/ 45 h 642"/>
                <a:gd name="T36" fmla="*/ 3 w 91"/>
                <a:gd name="T37" fmla="*/ 31 h 642"/>
                <a:gd name="T38" fmla="*/ 9 w 91"/>
                <a:gd name="T39" fmla="*/ 19 h 642"/>
                <a:gd name="T40" fmla="*/ 19 w 91"/>
                <a:gd name="T41" fmla="*/ 9 h 642"/>
                <a:gd name="T42" fmla="*/ 31 w 91"/>
                <a:gd name="T43" fmla="*/ 2 h 642"/>
                <a:gd name="T44" fmla="*/ 46 w 91"/>
                <a:gd name="T4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1" h="642">
                  <a:moveTo>
                    <a:pt x="46" y="0"/>
                  </a:moveTo>
                  <a:lnTo>
                    <a:pt x="60" y="2"/>
                  </a:lnTo>
                  <a:lnTo>
                    <a:pt x="73" y="9"/>
                  </a:lnTo>
                  <a:lnTo>
                    <a:pt x="82" y="19"/>
                  </a:lnTo>
                  <a:lnTo>
                    <a:pt x="89" y="31"/>
                  </a:lnTo>
                  <a:lnTo>
                    <a:pt x="91" y="45"/>
                  </a:lnTo>
                  <a:lnTo>
                    <a:pt x="91" y="596"/>
                  </a:lnTo>
                  <a:lnTo>
                    <a:pt x="89" y="611"/>
                  </a:lnTo>
                  <a:lnTo>
                    <a:pt x="82" y="623"/>
                  </a:lnTo>
                  <a:lnTo>
                    <a:pt x="73" y="633"/>
                  </a:lnTo>
                  <a:lnTo>
                    <a:pt x="60" y="640"/>
                  </a:lnTo>
                  <a:lnTo>
                    <a:pt x="46" y="642"/>
                  </a:lnTo>
                  <a:lnTo>
                    <a:pt x="31" y="640"/>
                  </a:lnTo>
                  <a:lnTo>
                    <a:pt x="19" y="633"/>
                  </a:lnTo>
                  <a:lnTo>
                    <a:pt x="9" y="623"/>
                  </a:lnTo>
                  <a:lnTo>
                    <a:pt x="3" y="611"/>
                  </a:lnTo>
                  <a:lnTo>
                    <a:pt x="0" y="596"/>
                  </a:lnTo>
                  <a:lnTo>
                    <a:pt x="0" y="45"/>
                  </a:lnTo>
                  <a:lnTo>
                    <a:pt x="3" y="31"/>
                  </a:lnTo>
                  <a:lnTo>
                    <a:pt x="9" y="19"/>
                  </a:lnTo>
                  <a:lnTo>
                    <a:pt x="19" y="9"/>
                  </a:lnTo>
                  <a:lnTo>
                    <a:pt x="31" y="2"/>
                  </a:lnTo>
                  <a:lnTo>
                    <a:pt x="46"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grpSp>
      <p:sp>
        <p:nvSpPr>
          <p:cNvPr id="55" name="Freeform 17"/>
          <p:cNvSpPr>
            <a:spLocks noEditPoints="1"/>
          </p:cNvSpPr>
          <p:nvPr/>
        </p:nvSpPr>
        <p:spPr bwMode="auto">
          <a:xfrm>
            <a:off x="1787732" y="4409774"/>
            <a:ext cx="373510" cy="387778"/>
          </a:xfrm>
          <a:custGeom>
            <a:avLst/>
            <a:gdLst>
              <a:gd name="T0" fmla="*/ 2520 w 4241"/>
              <a:gd name="T1" fmla="*/ 343 h 4403"/>
              <a:gd name="T2" fmla="*/ 2526 w 4241"/>
              <a:gd name="T3" fmla="*/ 699 h 4403"/>
              <a:gd name="T4" fmla="*/ 2347 w 4241"/>
              <a:gd name="T5" fmla="*/ 1249 h 4403"/>
              <a:gd name="T6" fmla="*/ 1936 w 4241"/>
              <a:gd name="T7" fmla="*/ 1812 h 4403"/>
              <a:gd name="T8" fmla="*/ 1652 w 4241"/>
              <a:gd name="T9" fmla="*/ 2119 h 4403"/>
              <a:gd name="T10" fmla="*/ 1260 w 4241"/>
              <a:gd name="T11" fmla="*/ 2268 h 4403"/>
              <a:gd name="T12" fmla="*/ 1075 w 4241"/>
              <a:gd name="T13" fmla="*/ 2496 h 4403"/>
              <a:gd name="T14" fmla="*/ 1048 w 4241"/>
              <a:gd name="T15" fmla="*/ 2932 h 4403"/>
              <a:gd name="T16" fmla="*/ 1151 w 4241"/>
              <a:gd name="T17" fmla="*/ 3478 h 4403"/>
              <a:gd name="T18" fmla="*/ 1476 w 4241"/>
              <a:gd name="T19" fmla="*/ 3592 h 4403"/>
              <a:gd name="T20" fmla="*/ 1745 w 4241"/>
              <a:gd name="T21" fmla="*/ 3723 h 4403"/>
              <a:gd name="T22" fmla="*/ 2036 w 4241"/>
              <a:gd name="T23" fmla="*/ 3950 h 4403"/>
              <a:gd name="T24" fmla="*/ 2798 w 4241"/>
              <a:gd name="T25" fmla="*/ 4110 h 4403"/>
              <a:gd name="T26" fmla="*/ 3207 w 4241"/>
              <a:gd name="T27" fmla="*/ 4075 h 4403"/>
              <a:gd name="T28" fmla="*/ 3218 w 4241"/>
              <a:gd name="T29" fmla="*/ 3853 h 4403"/>
              <a:gd name="T30" fmla="*/ 3379 w 4241"/>
              <a:gd name="T31" fmla="*/ 3732 h 4403"/>
              <a:gd name="T32" fmla="*/ 3499 w 4241"/>
              <a:gd name="T33" fmla="*/ 3679 h 4403"/>
              <a:gd name="T34" fmla="*/ 3532 w 4241"/>
              <a:gd name="T35" fmla="*/ 3460 h 4403"/>
              <a:gd name="T36" fmla="*/ 3585 w 4241"/>
              <a:gd name="T37" fmla="*/ 3262 h 4403"/>
              <a:gd name="T38" fmla="*/ 3798 w 4241"/>
              <a:gd name="T39" fmla="*/ 3049 h 4403"/>
              <a:gd name="T40" fmla="*/ 3744 w 4241"/>
              <a:gd name="T41" fmla="*/ 2807 h 4403"/>
              <a:gd name="T42" fmla="*/ 3879 w 4241"/>
              <a:gd name="T43" fmla="*/ 2659 h 4403"/>
              <a:gd name="T44" fmla="*/ 3971 w 4241"/>
              <a:gd name="T45" fmla="*/ 2489 h 4403"/>
              <a:gd name="T46" fmla="*/ 3826 w 4241"/>
              <a:gd name="T47" fmla="*/ 2301 h 4403"/>
              <a:gd name="T48" fmla="*/ 3275 w 4241"/>
              <a:gd name="T49" fmla="*/ 2163 h 4403"/>
              <a:gd name="T50" fmla="*/ 2833 w 4241"/>
              <a:gd name="T51" fmla="*/ 1892 h 4403"/>
              <a:gd name="T52" fmla="*/ 2785 w 4241"/>
              <a:gd name="T53" fmla="*/ 1396 h 4403"/>
              <a:gd name="T54" fmla="*/ 2932 w 4241"/>
              <a:gd name="T55" fmla="*/ 841 h 4403"/>
              <a:gd name="T56" fmla="*/ 2786 w 4241"/>
              <a:gd name="T57" fmla="*/ 402 h 4403"/>
              <a:gd name="T58" fmla="*/ 2576 w 4241"/>
              <a:gd name="T59" fmla="*/ 0 h 4403"/>
              <a:gd name="T60" fmla="*/ 2964 w 4241"/>
              <a:gd name="T61" fmla="*/ 188 h 4403"/>
              <a:gd name="T62" fmla="*/ 3201 w 4241"/>
              <a:gd name="T63" fmla="*/ 725 h 4403"/>
              <a:gd name="T64" fmla="*/ 3114 w 4241"/>
              <a:gd name="T65" fmla="*/ 1262 h 4403"/>
              <a:gd name="T66" fmla="*/ 3040 w 4241"/>
              <a:gd name="T67" fmla="*/ 1704 h 4403"/>
              <a:gd name="T68" fmla="*/ 3279 w 4241"/>
              <a:gd name="T69" fmla="*/ 1884 h 4403"/>
              <a:gd name="T70" fmla="*/ 3690 w 4241"/>
              <a:gd name="T71" fmla="*/ 1971 h 4403"/>
              <a:gd name="T72" fmla="*/ 4102 w 4241"/>
              <a:gd name="T73" fmla="*/ 2151 h 4403"/>
              <a:gd name="T74" fmla="*/ 4240 w 4241"/>
              <a:gd name="T75" fmla="*/ 2545 h 4403"/>
              <a:gd name="T76" fmla="*/ 4078 w 4241"/>
              <a:gd name="T77" fmla="*/ 2935 h 4403"/>
              <a:gd name="T78" fmla="*/ 3921 w 4241"/>
              <a:gd name="T79" fmla="*/ 3370 h 4403"/>
              <a:gd name="T80" fmla="*/ 3774 w 4241"/>
              <a:gd name="T81" fmla="*/ 3743 h 4403"/>
              <a:gd name="T82" fmla="*/ 3505 w 4241"/>
              <a:gd name="T83" fmla="*/ 4088 h 4403"/>
              <a:gd name="T84" fmla="*/ 3188 w 4241"/>
              <a:gd name="T85" fmla="*/ 4386 h 4403"/>
              <a:gd name="T86" fmla="*/ 2590 w 4241"/>
              <a:gd name="T87" fmla="*/ 4368 h 4403"/>
              <a:gd name="T88" fmla="*/ 2033 w 4241"/>
              <a:gd name="T89" fmla="*/ 4258 h 4403"/>
              <a:gd name="T90" fmla="*/ 1580 w 4241"/>
              <a:gd name="T91" fmla="*/ 3943 h 4403"/>
              <a:gd name="T92" fmla="*/ 1219 w 4241"/>
              <a:gd name="T93" fmla="*/ 3836 h 4403"/>
              <a:gd name="T94" fmla="*/ 916 w 4241"/>
              <a:gd name="T95" fmla="*/ 3844 h 4403"/>
              <a:gd name="T96" fmla="*/ 443 w 4241"/>
              <a:gd name="T97" fmla="*/ 3846 h 4403"/>
              <a:gd name="T98" fmla="*/ 43 w 4241"/>
              <a:gd name="T99" fmla="*/ 3846 h 4403"/>
              <a:gd name="T100" fmla="*/ 75 w 4241"/>
              <a:gd name="T101" fmla="*/ 1987 h 4403"/>
              <a:gd name="T102" fmla="*/ 534 w 4241"/>
              <a:gd name="T103" fmla="*/ 1981 h 4403"/>
              <a:gd name="T104" fmla="*/ 1073 w 4241"/>
              <a:gd name="T105" fmla="*/ 1976 h 4403"/>
              <a:gd name="T106" fmla="*/ 1341 w 4241"/>
              <a:gd name="T107" fmla="*/ 1963 h 4403"/>
              <a:gd name="T108" fmla="*/ 1729 w 4241"/>
              <a:gd name="T109" fmla="*/ 1634 h 4403"/>
              <a:gd name="T110" fmla="*/ 2164 w 4241"/>
              <a:gd name="T111" fmla="*/ 1017 h 4403"/>
              <a:gd name="T112" fmla="*/ 2248 w 4241"/>
              <a:gd name="T113" fmla="*/ 505 h 4403"/>
              <a:gd name="T114" fmla="*/ 2334 w 4241"/>
              <a:gd name="T115" fmla="*/ 101 h 4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241" h="4403">
                <a:moveTo>
                  <a:pt x="2579" y="263"/>
                </a:moveTo>
                <a:lnTo>
                  <a:pt x="2572" y="263"/>
                </a:lnTo>
                <a:lnTo>
                  <a:pt x="2566" y="263"/>
                </a:lnTo>
                <a:lnTo>
                  <a:pt x="2550" y="270"/>
                </a:lnTo>
                <a:lnTo>
                  <a:pt x="2539" y="281"/>
                </a:lnTo>
                <a:lnTo>
                  <a:pt x="2530" y="298"/>
                </a:lnTo>
                <a:lnTo>
                  <a:pt x="2525" y="319"/>
                </a:lnTo>
                <a:lnTo>
                  <a:pt x="2520" y="343"/>
                </a:lnTo>
                <a:lnTo>
                  <a:pt x="2519" y="371"/>
                </a:lnTo>
                <a:lnTo>
                  <a:pt x="2519" y="401"/>
                </a:lnTo>
                <a:lnTo>
                  <a:pt x="2519" y="431"/>
                </a:lnTo>
                <a:lnTo>
                  <a:pt x="2520" y="461"/>
                </a:lnTo>
                <a:lnTo>
                  <a:pt x="2522" y="485"/>
                </a:lnTo>
                <a:lnTo>
                  <a:pt x="2526" y="559"/>
                </a:lnTo>
                <a:lnTo>
                  <a:pt x="2528" y="630"/>
                </a:lnTo>
                <a:lnTo>
                  <a:pt x="2526" y="699"/>
                </a:lnTo>
                <a:lnTo>
                  <a:pt x="2522" y="768"/>
                </a:lnTo>
                <a:lnTo>
                  <a:pt x="2513" y="839"/>
                </a:lnTo>
                <a:lnTo>
                  <a:pt x="2499" y="910"/>
                </a:lnTo>
                <a:lnTo>
                  <a:pt x="2478" y="984"/>
                </a:lnTo>
                <a:lnTo>
                  <a:pt x="2451" y="1054"/>
                </a:lnTo>
                <a:lnTo>
                  <a:pt x="2420" y="1121"/>
                </a:lnTo>
                <a:lnTo>
                  <a:pt x="2384" y="1186"/>
                </a:lnTo>
                <a:lnTo>
                  <a:pt x="2347" y="1249"/>
                </a:lnTo>
                <a:lnTo>
                  <a:pt x="2307" y="1311"/>
                </a:lnTo>
                <a:lnTo>
                  <a:pt x="2266" y="1372"/>
                </a:lnTo>
                <a:lnTo>
                  <a:pt x="2223" y="1431"/>
                </a:lnTo>
                <a:lnTo>
                  <a:pt x="2188" y="1482"/>
                </a:lnTo>
                <a:lnTo>
                  <a:pt x="2151" y="1535"/>
                </a:lnTo>
                <a:lnTo>
                  <a:pt x="2086" y="1625"/>
                </a:lnTo>
                <a:lnTo>
                  <a:pt x="2013" y="1718"/>
                </a:lnTo>
                <a:lnTo>
                  <a:pt x="1936" y="1812"/>
                </a:lnTo>
                <a:lnTo>
                  <a:pt x="1854" y="1908"/>
                </a:lnTo>
                <a:lnTo>
                  <a:pt x="1769" y="2001"/>
                </a:lnTo>
                <a:lnTo>
                  <a:pt x="1749" y="2026"/>
                </a:lnTo>
                <a:lnTo>
                  <a:pt x="1726" y="2050"/>
                </a:lnTo>
                <a:lnTo>
                  <a:pt x="1702" y="2074"/>
                </a:lnTo>
                <a:lnTo>
                  <a:pt x="1675" y="2095"/>
                </a:lnTo>
                <a:lnTo>
                  <a:pt x="1665" y="2109"/>
                </a:lnTo>
                <a:lnTo>
                  <a:pt x="1652" y="2119"/>
                </a:lnTo>
                <a:lnTo>
                  <a:pt x="1640" y="2126"/>
                </a:lnTo>
                <a:lnTo>
                  <a:pt x="1586" y="2164"/>
                </a:lnTo>
                <a:lnTo>
                  <a:pt x="1529" y="2195"/>
                </a:lnTo>
                <a:lnTo>
                  <a:pt x="1468" y="2220"/>
                </a:lnTo>
                <a:lnTo>
                  <a:pt x="1402" y="2240"/>
                </a:lnTo>
                <a:lnTo>
                  <a:pt x="1333" y="2254"/>
                </a:lnTo>
                <a:lnTo>
                  <a:pt x="1296" y="2261"/>
                </a:lnTo>
                <a:lnTo>
                  <a:pt x="1260" y="2268"/>
                </a:lnTo>
                <a:lnTo>
                  <a:pt x="1227" y="2278"/>
                </a:lnTo>
                <a:lnTo>
                  <a:pt x="1198" y="2289"/>
                </a:lnTo>
                <a:lnTo>
                  <a:pt x="1171" y="2305"/>
                </a:lnTo>
                <a:lnTo>
                  <a:pt x="1148" y="2323"/>
                </a:lnTo>
                <a:lnTo>
                  <a:pt x="1129" y="2348"/>
                </a:lnTo>
                <a:lnTo>
                  <a:pt x="1107" y="2395"/>
                </a:lnTo>
                <a:lnTo>
                  <a:pt x="1088" y="2444"/>
                </a:lnTo>
                <a:lnTo>
                  <a:pt x="1075" y="2496"/>
                </a:lnTo>
                <a:lnTo>
                  <a:pt x="1066" y="2550"/>
                </a:lnTo>
                <a:lnTo>
                  <a:pt x="1058" y="2604"/>
                </a:lnTo>
                <a:lnTo>
                  <a:pt x="1053" y="2659"/>
                </a:lnTo>
                <a:lnTo>
                  <a:pt x="1051" y="2713"/>
                </a:lnTo>
                <a:lnTo>
                  <a:pt x="1050" y="2766"/>
                </a:lnTo>
                <a:lnTo>
                  <a:pt x="1048" y="2817"/>
                </a:lnTo>
                <a:lnTo>
                  <a:pt x="1048" y="2852"/>
                </a:lnTo>
                <a:lnTo>
                  <a:pt x="1048" y="2932"/>
                </a:lnTo>
                <a:lnTo>
                  <a:pt x="1048" y="3015"/>
                </a:lnTo>
                <a:lnTo>
                  <a:pt x="1053" y="3101"/>
                </a:lnTo>
                <a:lnTo>
                  <a:pt x="1060" y="3186"/>
                </a:lnTo>
                <a:lnTo>
                  <a:pt x="1073" y="3269"/>
                </a:lnTo>
                <a:lnTo>
                  <a:pt x="1091" y="3350"/>
                </a:lnTo>
                <a:lnTo>
                  <a:pt x="1108" y="3399"/>
                </a:lnTo>
                <a:lnTo>
                  <a:pt x="1128" y="3442"/>
                </a:lnTo>
                <a:lnTo>
                  <a:pt x="1151" y="3478"/>
                </a:lnTo>
                <a:lnTo>
                  <a:pt x="1179" y="3509"/>
                </a:lnTo>
                <a:lnTo>
                  <a:pt x="1213" y="3535"/>
                </a:lnTo>
                <a:lnTo>
                  <a:pt x="1252" y="3556"/>
                </a:lnTo>
                <a:lnTo>
                  <a:pt x="1296" y="3571"/>
                </a:lnTo>
                <a:lnTo>
                  <a:pt x="1347" y="3582"/>
                </a:lnTo>
                <a:lnTo>
                  <a:pt x="1404" y="3589"/>
                </a:lnTo>
                <a:lnTo>
                  <a:pt x="1439" y="3591"/>
                </a:lnTo>
                <a:lnTo>
                  <a:pt x="1476" y="3592"/>
                </a:lnTo>
                <a:lnTo>
                  <a:pt x="1516" y="3598"/>
                </a:lnTo>
                <a:lnTo>
                  <a:pt x="1556" y="3611"/>
                </a:lnTo>
                <a:lnTo>
                  <a:pt x="1595" y="3630"/>
                </a:lnTo>
                <a:lnTo>
                  <a:pt x="1628" y="3642"/>
                </a:lnTo>
                <a:lnTo>
                  <a:pt x="1659" y="3658"/>
                </a:lnTo>
                <a:lnTo>
                  <a:pt x="1689" y="3678"/>
                </a:lnTo>
                <a:lnTo>
                  <a:pt x="1718" y="3701"/>
                </a:lnTo>
                <a:lnTo>
                  <a:pt x="1745" y="3723"/>
                </a:lnTo>
                <a:lnTo>
                  <a:pt x="1769" y="3747"/>
                </a:lnTo>
                <a:lnTo>
                  <a:pt x="1799" y="3774"/>
                </a:lnTo>
                <a:lnTo>
                  <a:pt x="1826" y="3798"/>
                </a:lnTo>
                <a:lnTo>
                  <a:pt x="1863" y="3824"/>
                </a:lnTo>
                <a:lnTo>
                  <a:pt x="1900" y="3851"/>
                </a:lnTo>
                <a:lnTo>
                  <a:pt x="1945" y="3886"/>
                </a:lnTo>
                <a:lnTo>
                  <a:pt x="1990" y="3919"/>
                </a:lnTo>
                <a:lnTo>
                  <a:pt x="2036" y="3950"/>
                </a:lnTo>
                <a:lnTo>
                  <a:pt x="2080" y="3978"/>
                </a:lnTo>
                <a:lnTo>
                  <a:pt x="2124" y="4002"/>
                </a:lnTo>
                <a:lnTo>
                  <a:pt x="2191" y="4017"/>
                </a:lnTo>
                <a:lnTo>
                  <a:pt x="2262" y="4033"/>
                </a:lnTo>
                <a:lnTo>
                  <a:pt x="2354" y="4054"/>
                </a:lnTo>
                <a:lnTo>
                  <a:pt x="2502" y="4076"/>
                </a:lnTo>
                <a:lnTo>
                  <a:pt x="2651" y="4095"/>
                </a:lnTo>
                <a:lnTo>
                  <a:pt x="2798" y="4110"/>
                </a:lnTo>
                <a:lnTo>
                  <a:pt x="2942" y="4123"/>
                </a:lnTo>
                <a:lnTo>
                  <a:pt x="2991" y="4123"/>
                </a:lnTo>
                <a:lnTo>
                  <a:pt x="3040" y="4121"/>
                </a:lnTo>
                <a:lnTo>
                  <a:pt x="3089" y="4116"/>
                </a:lnTo>
                <a:lnTo>
                  <a:pt x="3139" y="4106"/>
                </a:lnTo>
                <a:lnTo>
                  <a:pt x="3166" y="4100"/>
                </a:lnTo>
                <a:lnTo>
                  <a:pt x="3188" y="4090"/>
                </a:lnTo>
                <a:lnTo>
                  <a:pt x="3207" y="4075"/>
                </a:lnTo>
                <a:lnTo>
                  <a:pt x="3222" y="4057"/>
                </a:lnTo>
                <a:lnTo>
                  <a:pt x="3234" y="4030"/>
                </a:lnTo>
                <a:lnTo>
                  <a:pt x="3239" y="4002"/>
                </a:lnTo>
                <a:lnTo>
                  <a:pt x="3241" y="3971"/>
                </a:lnTo>
                <a:lnTo>
                  <a:pt x="3238" y="3938"/>
                </a:lnTo>
                <a:lnTo>
                  <a:pt x="3228" y="3907"/>
                </a:lnTo>
                <a:lnTo>
                  <a:pt x="3219" y="3879"/>
                </a:lnTo>
                <a:lnTo>
                  <a:pt x="3218" y="3853"/>
                </a:lnTo>
                <a:lnTo>
                  <a:pt x="3224" y="3826"/>
                </a:lnTo>
                <a:lnTo>
                  <a:pt x="3237" y="3802"/>
                </a:lnTo>
                <a:lnTo>
                  <a:pt x="3255" y="3779"/>
                </a:lnTo>
                <a:lnTo>
                  <a:pt x="3276" y="3763"/>
                </a:lnTo>
                <a:lnTo>
                  <a:pt x="3302" y="3748"/>
                </a:lnTo>
                <a:lnTo>
                  <a:pt x="3327" y="3740"/>
                </a:lnTo>
                <a:lnTo>
                  <a:pt x="3354" y="3734"/>
                </a:lnTo>
                <a:lnTo>
                  <a:pt x="3379" y="3732"/>
                </a:lnTo>
                <a:lnTo>
                  <a:pt x="3386" y="3732"/>
                </a:lnTo>
                <a:lnTo>
                  <a:pt x="3391" y="3733"/>
                </a:lnTo>
                <a:lnTo>
                  <a:pt x="3401" y="3736"/>
                </a:lnTo>
                <a:lnTo>
                  <a:pt x="3408" y="3736"/>
                </a:lnTo>
                <a:lnTo>
                  <a:pt x="3433" y="3732"/>
                </a:lnTo>
                <a:lnTo>
                  <a:pt x="3455" y="3720"/>
                </a:lnTo>
                <a:lnTo>
                  <a:pt x="3478" y="3703"/>
                </a:lnTo>
                <a:lnTo>
                  <a:pt x="3499" y="3679"/>
                </a:lnTo>
                <a:lnTo>
                  <a:pt x="3518" y="3649"/>
                </a:lnTo>
                <a:lnTo>
                  <a:pt x="3531" y="3619"/>
                </a:lnTo>
                <a:lnTo>
                  <a:pt x="3541" y="3588"/>
                </a:lnTo>
                <a:lnTo>
                  <a:pt x="3546" y="3557"/>
                </a:lnTo>
                <a:lnTo>
                  <a:pt x="3549" y="3528"/>
                </a:lnTo>
                <a:lnTo>
                  <a:pt x="3548" y="3501"/>
                </a:lnTo>
                <a:lnTo>
                  <a:pt x="3542" y="3478"/>
                </a:lnTo>
                <a:lnTo>
                  <a:pt x="3532" y="3460"/>
                </a:lnTo>
                <a:lnTo>
                  <a:pt x="3518" y="3436"/>
                </a:lnTo>
                <a:lnTo>
                  <a:pt x="3509" y="3411"/>
                </a:lnTo>
                <a:lnTo>
                  <a:pt x="3507" y="3384"/>
                </a:lnTo>
                <a:lnTo>
                  <a:pt x="3509" y="3354"/>
                </a:lnTo>
                <a:lnTo>
                  <a:pt x="3519" y="3326"/>
                </a:lnTo>
                <a:lnTo>
                  <a:pt x="3536" y="3298"/>
                </a:lnTo>
                <a:lnTo>
                  <a:pt x="3559" y="3276"/>
                </a:lnTo>
                <a:lnTo>
                  <a:pt x="3585" y="3262"/>
                </a:lnTo>
                <a:lnTo>
                  <a:pt x="3613" y="3253"/>
                </a:lnTo>
                <a:lnTo>
                  <a:pt x="3657" y="3236"/>
                </a:lnTo>
                <a:lnTo>
                  <a:pt x="3694" y="3214"/>
                </a:lnTo>
                <a:lnTo>
                  <a:pt x="3727" y="3187"/>
                </a:lnTo>
                <a:lnTo>
                  <a:pt x="3754" y="3157"/>
                </a:lnTo>
                <a:lnTo>
                  <a:pt x="3775" y="3122"/>
                </a:lnTo>
                <a:lnTo>
                  <a:pt x="3791" y="3084"/>
                </a:lnTo>
                <a:lnTo>
                  <a:pt x="3798" y="3049"/>
                </a:lnTo>
                <a:lnTo>
                  <a:pt x="3802" y="3015"/>
                </a:lnTo>
                <a:lnTo>
                  <a:pt x="3801" y="2982"/>
                </a:lnTo>
                <a:lnTo>
                  <a:pt x="3796" y="2949"/>
                </a:lnTo>
                <a:lnTo>
                  <a:pt x="3786" y="2922"/>
                </a:lnTo>
                <a:lnTo>
                  <a:pt x="3774" y="2900"/>
                </a:lnTo>
                <a:lnTo>
                  <a:pt x="3758" y="2870"/>
                </a:lnTo>
                <a:lnTo>
                  <a:pt x="3748" y="2838"/>
                </a:lnTo>
                <a:lnTo>
                  <a:pt x="3744" y="2807"/>
                </a:lnTo>
                <a:lnTo>
                  <a:pt x="3747" y="2776"/>
                </a:lnTo>
                <a:lnTo>
                  <a:pt x="3754" y="2747"/>
                </a:lnTo>
                <a:lnTo>
                  <a:pt x="3765" y="2725"/>
                </a:lnTo>
                <a:lnTo>
                  <a:pt x="3781" y="2706"/>
                </a:lnTo>
                <a:lnTo>
                  <a:pt x="3799" y="2690"/>
                </a:lnTo>
                <a:lnTo>
                  <a:pt x="3822" y="2678"/>
                </a:lnTo>
                <a:lnTo>
                  <a:pt x="3849" y="2668"/>
                </a:lnTo>
                <a:lnTo>
                  <a:pt x="3879" y="2659"/>
                </a:lnTo>
                <a:lnTo>
                  <a:pt x="3904" y="2647"/>
                </a:lnTo>
                <a:lnTo>
                  <a:pt x="3924" y="2630"/>
                </a:lnTo>
                <a:lnTo>
                  <a:pt x="3940" y="2612"/>
                </a:lnTo>
                <a:lnTo>
                  <a:pt x="3951" y="2590"/>
                </a:lnTo>
                <a:lnTo>
                  <a:pt x="3960" y="2568"/>
                </a:lnTo>
                <a:lnTo>
                  <a:pt x="3967" y="2545"/>
                </a:lnTo>
                <a:lnTo>
                  <a:pt x="3970" y="2524"/>
                </a:lnTo>
                <a:lnTo>
                  <a:pt x="3971" y="2489"/>
                </a:lnTo>
                <a:lnTo>
                  <a:pt x="3967" y="2457"/>
                </a:lnTo>
                <a:lnTo>
                  <a:pt x="3955" y="2427"/>
                </a:lnTo>
                <a:lnTo>
                  <a:pt x="3941" y="2399"/>
                </a:lnTo>
                <a:lnTo>
                  <a:pt x="3923" y="2374"/>
                </a:lnTo>
                <a:lnTo>
                  <a:pt x="3900" y="2351"/>
                </a:lnTo>
                <a:lnTo>
                  <a:pt x="3877" y="2332"/>
                </a:lnTo>
                <a:lnTo>
                  <a:pt x="3852" y="2315"/>
                </a:lnTo>
                <a:lnTo>
                  <a:pt x="3826" y="2301"/>
                </a:lnTo>
                <a:lnTo>
                  <a:pt x="3765" y="2271"/>
                </a:lnTo>
                <a:lnTo>
                  <a:pt x="3701" y="2247"/>
                </a:lnTo>
                <a:lnTo>
                  <a:pt x="3633" y="2229"/>
                </a:lnTo>
                <a:lnTo>
                  <a:pt x="3565" y="2213"/>
                </a:lnTo>
                <a:lnTo>
                  <a:pt x="3495" y="2201"/>
                </a:lnTo>
                <a:lnTo>
                  <a:pt x="3426" y="2189"/>
                </a:lnTo>
                <a:lnTo>
                  <a:pt x="3350" y="2177"/>
                </a:lnTo>
                <a:lnTo>
                  <a:pt x="3275" y="2163"/>
                </a:lnTo>
                <a:lnTo>
                  <a:pt x="3201" y="2146"/>
                </a:lnTo>
                <a:lnTo>
                  <a:pt x="3134" y="2126"/>
                </a:lnTo>
                <a:lnTo>
                  <a:pt x="3072" y="2099"/>
                </a:lnTo>
                <a:lnTo>
                  <a:pt x="3013" y="2067"/>
                </a:lnTo>
                <a:lnTo>
                  <a:pt x="2961" y="2029"/>
                </a:lnTo>
                <a:lnTo>
                  <a:pt x="2913" y="1988"/>
                </a:lnTo>
                <a:lnTo>
                  <a:pt x="2870" y="1942"/>
                </a:lnTo>
                <a:lnTo>
                  <a:pt x="2833" y="1892"/>
                </a:lnTo>
                <a:lnTo>
                  <a:pt x="2803" y="1839"/>
                </a:lnTo>
                <a:lnTo>
                  <a:pt x="2779" y="1783"/>
                </a:lnTo>
                <a:lnTo>
                  <a:pt x="2763" y="1725"/>
                </a:lnTo>
                <a:lnTo>
                  <a:pt x="2755" y="1665"/>
                </a:lnTo>
                <a:lnTo>
                  <a:pt x="2753" y="1596"/>
                </a:lnTo>
                <a:lnTo>
                  <a:pt x="2759" y="1528"/>
                </a:lnTo>
                <a:lnTo>
                  <a:pt x="2769" y="1461"/>
                </a:lnTo>
                <a:lnTo>
                  <a:pt x="2785" y="1396"/>
                </a:lnTo>
                <a:lnTo>
                  <a:pt x="2803" y="1331"/>
                </a:lnTo>
                <a:lnTo>
                  <a:pt x="2823" y="1268"/>
                </a:lnTo>
                <a:lnTo>
                  <a:pt x="2846" y="1204"/>
                </a:lnTo>
                <a:lnTo>
                  <a:pt x="2870" y="1131"/>
                </a:lnTo>
                <a:lnTo>
                  <a:pt x="2894" y="1058"/>
                </a:lnTo>
                <a:lnTo>
                  <a:pt x="2913" y="986"/>
                </a:lnTo>
                <a:lnTo>
                  <a:pt x="2925" y="915"/>
                </a:lnTo>
                <a:lnTo>
                  <a:pt x="2932" y="841"/>
                </a:lnTo>
                <a:lnTo>
                  <a:pt x="2931" y="781"/>
                </a:lnTo>
                <a:lnTo>
                  <a:pt x="2924" y="719"/>
                </a:lnTo>
                <a:lnTo>
                  <a:pt x="2910" y="657"/>
                </a:lnTo>
                <a:lnTo>
                  <a:pt x="2890" y="594"/>
                </a:lnTo>
                <a:lnTo>
                  <a:pt x="2866" y="530"/>
                </a:lnTo>
                <a:lnTo>
                  <a:pt x="2834" y="467"/>
                </a:lnTo>
                <a:lnTo>
                  <a:pt x="2812" y="435"/>
                </a:lnTo>
                <a:lnTo>
                  <a:pt x="2786" y="402"/>
                </a:lnTo>
                <a:lnTo>
                  <a:pt x="2759" y="370"/>
                </a:lnTo>
                <a:lnTo>
                  <a:pt x="2729" y="342"/>
                </a:lnTo>
                <a:lnTo>
                  <a:pt x="2699" y="315"/>
                </a:lnTo>
                <a:lnTo>
                  <a:pt x="2668" y="294"/>
                </a:lnTo>
                <a:lnTo>
                  <a:pt x="2638" y="277"/>
                </a:lnTo>
                <a:lnTo>
                  <a:pt x="2607" y="266"/>
                </a:lnTo>
                <a:lnTo>
                  <a:pt x="2579" y="263"/>
                </a:lnTo>
                <a:close/>
                <a:moveTo>
                  <a:pt x="2576" y="0"/>
                </a:moveTo>
                <a:lnTo>
                  <a:pt x="2626" y="3"/>
                </a:lnTo>
                <a:lnTo>
                  <a:pt x="2677" y="13"/>
                </a:lnTo>
                <a:lnTo>
                  <a:pt x="2726" y="27"/>
                </a:lnTo>
                <a:lnTo>
                  <a:pt x="2773" y="46"/>
                </a:lnTo>
                <a:lnTo>
                  <a:pt x="2819" y="72"/>
                </a:lnTo>
                <a:lnTo>
                  <a:pt x="2861" y="101"/>
                </a:lnTo>
                <a:lnTo>
                  <a:pt x="2914" y="142"/>
                </a:lnTo>
                <a:lnTo>
                  <a:pt x="2964" y="188"/>
                </a:lnTo>
                <a:lnTo>
                  <a:pt x="3009" y="241"/>
                </a:lnTo>
                <a:lnTo>
                  <a:pt x="3050" y="298"/>
                </a:lnTo>
                <a:lnTo>
                  <a:pt x="3087" y="359"/>
                </a:lnTo>
                <a:lnTo>
                  <a:pt x="3120" y="425"/>
                </a:lnTo>
                <a:lnTo>
                  <a:pt x="3148" y="495"/>
                </a:lnTo>
                <a:lnTo>
                  <a:pt x="3171" y="568"/>
                </a:lnTo>
                <a:lnTo>
                  <a:pt x="3188" y="644"/>
                </a:lnTo>
                <a:lnTo>
                  <a:pt x="3201" y="725"/>
                </a:lnTo>
                <a:lnTo>
                  <a:pt x="3208" y="805"/>
                </a:lnTo>
                <a:lnTo>
                  <a:pt x="3208" y="877"/>
                </a:lnTo>
                <a:lnTo>
                  <a:pt x="3202" y="946"/>
                </a:lnTo>
                <a:lnTo>
                  <a:pt x="3191" y="1012"/>
                </a:lnTo>
                <a:lnTo>
                  <a:pt x="3175" y="1076"/>
                </a:lnTo>
                <a:lnTo>
                  <a:pt x="3157" y="1140"/>
                </a:lnTo>
                <a:lnTo>
                  <a:pt x="3136" y="1200"/>
                </a:lnTo>
                <a:lnTo>
                  <a:pt x="3114" y="1262"/>
                </a:lnTo>
                <a:lnTo>
                  <a:pt x="3093" y="1323"/>
                </a:lnTo>
                <a:lnTo>
                  <a:pt x="3073" y="1383"/>
                </a:lnTo>
                <a:lnTo>
                  <a:pt x="3055" y="1442"/>
                </a:lnTo>
                <a:lnTo>
                  <a:pt x="3040" y="1503"/>
                </a:lnTo>
                <a:lnTo>
                  <a:pt x="3032" y="1563"/>
                </a:lnTo>
                <a:lnTo>
                  <a:pt x="3029" y="1625"/>
                </a:lnTo>
                <a:lnTo>
                  <a:pt x="3032" y="1667"/>
                </a:lnTo>
                <a:lnTo>
                  <a:pt x="3040" y="1704"/>
                </a:lnTo>
                <a:lnTo>
                  <a:pt x="3055" y="1736"/>
                </a:lnTo>
                <a:lnTo>
                  <a:pt x="3073" y="1766"/>
                </a:lnTo>
                <a:lnTo>
                  <a:pt x="3097" y="1791"/>
                </a:lnTo>
                <a:lnTo>
                  <a:pt x="3126" y="1815"/>
                </a:lnTo>
                <a:lnTo>
                  <a:pt x="3158" y="1835"/>
                </a:lnTo>
                <a:lnTo>
                  <a:pt x="3195" y="1853"/>
                </a:lnTo>
                <a:lnTo>
                  <a:pt x="3235" y="1869"/>
                </a:lnTo>
                <a:lnTo>
                  <a:pt x="3279" y="1884"/>
                </a:lnTo>
                <a:lnTo>
                  <a:pt x="3327" y="1897"/>
                </a:lnTo>
                <a:lnTo>
                  <a:pt x="3377" y="1909"/>
                </a:lnTo>
                <a:lnTo>
                  <a:pt x="3430" y="1922"/>
                </a:lnTo>
                <a:lnTo>
                  <a:pt x="3468" y="1930"/>
                </a:lnTo>
                <a:lnTo>
                  <a:pt x="3501" y="1939"/>
                </a:lnTo>
                <a:lnTo>
                  <a:pt x="3583" y="1953"/>
                </a:lnTo>
                <a:lnTo>
                  <a:pt x="3636" y="1963"/>
                </a:lnTo>
                <a:lnTo>
                  <a:pt x="3690" y="1971"/>
                </a:lnTo>
                <a:lnTo>
                  <a:pt x="3745" y="1983"/>
                </a:lnTo>
                <a:lnTo>
                  <a:pt x="3799" y="1997"/>
                </a:lnTo>
                <a:lnTo>
                  <a:pt x="3855" y="2012"/>
                </a:lnTo>
                <a:lnTo>
                  <a:pt x="3907" y="2030"/>
                </a:lnTo>
                <a:lnTo>
                  <a:pt x="3960" y="2054"/>
                </a:lnTo>
                <a:lnTo>
                  <a:pt x="4009" y="2081"/>
                </a:lnTo>
                <a:lnTo>
                  <a:pt x="4058" y="2113"/>
                </a:lnTo>
                <a:lnTo>
                  <a:pt x="4102" y="2151"/>
                </a:lnTo>
                <a:lnTo>
                  <a:pt x="4136" y="2189"/>
                </a:lnTo>
                <a:lnTo>
                  <a:pt x="4166" y="2232"/>
                </a:lnTo>
                <a:lnTo>
                  <a:pt x="4191" y="2278"/>
                </a:lnTo>
                <a:lnTo>
                  <a:pt x="4211" y="2329"/>
                </a:lnTo>
                <a:lnTo>
                  <a:pt x="4227" y="2381"/>
                </a:lnTo>
                <a:lnTo>
                  <a:pt x="4237" y="2434"/>
                </a:lnTo>
                <a:lnTo>
                  <a:pt x="4241" y="2491"/>
                </a:lnTo>
                <a:lnTo>
                  <a:pt x="4240" y="2545"/>
                </a:lnTo>
                <a:lnTo>
                  <a:pt x="4234" y="2602"/>
                </a:lnTo>
                <a:lnTo>
                  <a:pt x="4220" y="2659"/>
                </a:lnTo>
                <a:lnTo>
                  <a:pt x="4201" y="2714"/>
                </a:lnTo>
                <a:lnTo>
                  <a:pt x="4176" y="2763"/>
                </a:lnTo>
                <a:lnTo>
                  <a:pt x="4144" y="2807"/>
                </a:lnTo>
                <a:lnTo>
                  <a:pt x="4108" y="2846"/>
                </a:lnTo>
                <a:lnTo>
                  <a:pt x="4066" y="2879"/>
                </a:lnTo>
                <a:lnTo>
                  <a:pt x="4078" y="2935"/>
                </a:lnTo>
                <a:lnTo>
                  <a:pt x="4082" y="2993"/>
                </a:lnTo>
                <a:lnTo>
                  <a:pt x="4078" y="3051"/>
                </a:lnTo>
                <a:lnTo>
                  <a:pt x="4068" y="3108"/>
                </a:lnTo>
                <a:lnTo>
                  <a:pt x="4051" y="3164"/>
                </a:lnTo>
                <a:lnTo>
                  <a:pt x="4027" y="3221"/>
                </a:lnTo>
                <a:lnTo>
                  <a:pt x="3998" y="3273"/>
                </a:lnTo>
                <a:lnTo>
                  <a:pt x="3963" y="3324"/>
                </a:lnTo>
                <a:lnTo>
                  <a:pt x="3921" y="3370"/>
                </a:lnTo>
                <a:lnTo>
                  <a:pt x="3875" y="3412"/>
                </a:lnTo>
                <a:lnTo>
                  <a:pt x="3823" y="3449"/>
                </a:lnTo>
                <a:lnTo>
                  <a:pt x="3830" y="3495"/>
                </a:lnTo>
                <a:lnTo>
                  <a:pt x="3830" y="3544"/>
                </a:lnTo>
                <a:lnTo>
                  <a:pt x="3826" y="3594"/>
                </a:lnTo>
                <a:lnTo>
                  <a:pt x="3815" y="3644"/>
                </a:lnTo>
                <a:lnTo>
                  <a:pt x="3796" y="3694"/>
                </a:lnTo>
                <a:lnTo>
                  <a:pt x="3774" y="3743"/>
                </a:lnTo>
                <a:lnTo>
                  <a:pt x="3742" y="3796"/>
                </a:lnTo>
                <a:lnTo>
                  <a:pt x="3705" y="3844"/>
                </a:lnTo>
                <a:lnTo>
                  <a:pt x="3664" y="3886"/>
                </a:lnTo>
                <a:lnTo>
                  <a:pt x="3619" y="3924"/>
                </a:lnTo>
                <a:lnTo>
                  <a:pt x="3570" y="3955"/>
                </a:lnTo>
                <a:lnTo>
                  <a:pt x="3521" y="3979"/>
                </a:lnTo>
                <a:lnTo>
                  <a:pt x="3516" y="4034"/>
                </a:lnTo>
                <a:lnTo>
                  <a:pt x="3505" y="4088"/>
                </a:lnTo>
                <a:lnTo>
                  <a:pt x="3487" y="4138"/>
                </a:lnTo>
                <a:lnTo>
                  <a:pt x="3461" y="4186"/>
                </a:lnTo>
                <a:lnTo>
                  <a:pt x="3430" y="4231"/>
                </a:lnTo>
                <a:lnTo>
                  <a:pt x="3393" y="4272"/>
                </a:lnTo>
                <a:lnTo>
                  <a:pt x="3349" y="4308"/>
                </a:lnTo>
                <a:lnTo>
                  <a:pt x="3300" y="4339"/>
                </a:lnTo>
                <a:lnTo>
                  <a:pt x="3246" y="4366"/>
                </a:lnTo>
                <a:lnTo>
                  <a:pt x="3188" y="4386"/>
                </a:lnTo>
                <a:lnTo>
                  <a:pt x="3129" y="4396"/>
                </a:lnTo>
                <a:lnTo>
                  <a:pt x="3067" y="4401"/>
                </a:lnTo>
                <a:lnTo>
                  <a:pt x="3001" y="4403"/>
                </a:lnTo>
                <a:lnTo>
                  <a:pt x="2897" y="4399"/>
                </a:lnTo>
                <a:lnTo>
                  <a:pt x="2796" y="4390"/>
                </a:lnTo>
                <a:lnTo>
                  <a:pt x="2695" y="4380"/>
                </a:lnTo>
                <a:lnTo>
                  <a:pt x="2644" y="4373"/>
                </a:lnTo>
                <a:lnTo>
                  <a:pt x="2590" y="4368"/>
                </a:lnTo>
                <a:lnTo>
                  <a:pt x="2501" y="4353"/>
                </a:lnTo>
                <a:lnTo>
                  <a:pt x="2410" y="4341"/>
                </a:lnTo>
                <a:lnTo>
                  <a:pt x="2346" y="4332"/>
                </a:lnTo>
                <a:lnTo>
                  <a:pt x="2282" y="4324"/>
                </a:lnTo>
                <a:lnTo>
                  <a:pt x="2218" y="4313"/>
                </a:lnTo>
                <a:lnTo>
                  <a:pt x="2154" y="4299"/>
                </a:lnTo>
                <a:lnTo>
                  <a:pt x="2093" y="4280"/>
                </a:lnTo>
                <a:lnTo>
                  <a:pt x="2033" y="4258"/>
                </a:lnTo>
                <a:lnTo>
                  <a:pt x="1962" y="4223"/>
                </a:lnTo>
                <a:lnTo>
                  <a:pt x="1895" y="4182"/>
                </a:lnTo>
                <a:lnTo>
                  <a:pt x="1831" y="4138"/>
                </a:lnTo>
                <a:lnTo>
                  <a:pt x="1769" y="4095"/>
                </a:lnTo>
                <a:lnTo>
                  <a:pt x="1689" y="4037"/>
                </a:lnTo>
                <a:lnTo>
                  <a:pt x="1649" y="4006"/>
                </a:lnTo>
                <a:lnTo>
                  <a:pt x="1608" y="3969"/>
                </a:lnTo>
                <a:lnTo>
                  <a:pt x="1580" y="3943"/>
                </a:lnTo>
                <a:lnTo>
                  <a:pt x="1551" y="3917"/>
                </a:lnTo>
                <a:lnTo>
                  <a:pt x="1523" y="3896"/>
                </a:lnTo>
                <a:lnTo>
                  <a:pt x="1495" y="3879"/>
                </a:lnTo>
                <a:lnTo>
                  <a:pt x="1465" y="3869"/>
                </a:lnTo>
                <a:lnTo>
                  <a:pt x="1404" y="3861"/>
                </a:lnTo>
                <a:lnTo>
                  <a:pt x="1345" y="3854"/>
                </a:lnTo>
                <a:lnTo>
                  <a:pt x="1281" y="3847"/>
                </a:lnTo>
                <a:lnTo>
                  <a:pt x="1219" y="3836"/>
                </a:lnTo>
                <a:lnTo>
                  <a:pt x="1198" y="3836"/>
                </a:lnTo>
                <a:lnTo>
                  <a:pt x="1131" y="3837"/>
                </a:lnTo>
                <a:lnTo>
                  <a:pt x="1058" y="3841"/>
                </a:lnTo>
                <a:lnTo>
                  <a:pt x="1046" y="3843"/>
                </a:lnTo>
                <a:lnTo>
                  <a:pt x="1026" y="3843"/>
                </a:lnTo>
                <a:lnTo>
                  <a:pt x="996" y="3843"/>
                </a:lnTo>
                <a:lnTo>
                  <a:pt x="960" y="3843"/>
                </a:lnTo>
                <a:lnTo>
                  <a:pt x="916" y="3844"/>
                </a:lnTo>
                <a:lnTo>
                  <a:pt x="868" y="3844"/>
                </a:lnTo>
                <a:lnTo>
                  <a:pt x="815" y="3844"/>
                </a:lnTo>
                <a:lnTo>
                  <a:pt x="759" y="3844"/>
                </a:lnTo>
                <a:lnTo>
                  <a:pt x="698" y="3844"/>
                </a:lnTo>
                <a:lnTo>
                  <a:pt x="635" y="3844"/>
                </a:lnTo>
                <a:lnTo>
                  <a:pt x="572" y="3846"/>
                </a:lnTo>
                <a:lnTo>
                  <a:pt x="507" y="3846"/>
                </a:lnTo>
                <a:lnTo>
                  <a:pt x="443" y="3846"/>
                </a:lnTo>
                <a:lnTo>
                  <a:pt x="381" y="3846"/>
                </a:lnTo>
                <a:lnTo>
                  <a:pt x="320" y="3846"/>
                </a:lnTo>
                <a:lnTo>
                  <a:pt x="261" y="3846"/>
                </a:lnTo>
                <a:lnTo>
                  <a:pt x="207" y="3846"/>
                </a:lnTo>
                <a:lnTo>
                  <a:pt x="158" y="3846"/>
                </a:lnTo>
                <a:lnTo>
                  <a:pt x="112" y="3846"/>
                </a:lnTo>
                <a:lnTo>
                  <a:pt x="74" y="3846"/>
                </a:lnTo>
                <a:lnTo>
                  <a:pt x="43" y="3846"/>
                </a:lnTo>
                <a:lnTo>
                  <a:pt x="20" y="3846"/>
                </a:lnTo>
                <a:lnTo>
                  <a:pt x="4" y="3846"/>
                </a:lnTo>
                <a:lnTo>
                  <a:pt x="0" y="3846"/>
                </a:lnTo>
                <a:lnTo>
                  <a:pt x="0" y="1987"/>
                </a:lnTo>
                <a:lnTo>
                  <a:pt x="4" y="1987"/>
                </a:lnTo>
                <a:lnTo>
                  <a:pt x="20" y="1987"/>
                </a:lnTo>
                <a:lnTo>
                  <a:pt x="44" y="1987"/>
                </a:lnTo>
                <a:lnTo>
                  <a:pt x="75" y="1987"/>
                </a:lnTo>
                <a:lnTo>
                  <a:pt x="115" y="1985"/>
                </a:lnTo>
                <a:lnTo>
                  <a:pt x="160" y="1985"/>
                </a:lnTo>
                <a:lnTo>
                  <a:pt x="213" y="1985"/>
                </a:lnTo>
                <a:lnTo>
                  <a:pt x="270" y="1984"/>
                </a:lnTo>
                <a:lnTo>
                  <a:pt x="331" y="1984"/>
                </a:lnTo>
                <a:lnTo>
                  <a:pt x="396" y="1983"/>
                </a:lnTo>
                <a:lnTo>
                  <a:pt x="464" y="1983"/>
                </a:lnTo>
                <a:lnTo>
                  <a:pt x="534" y="1981"/>
                </a:lnTo>
                <a:lnTo>
                  <a:pt x="605" y="1981"/>
                </a:lnTo>
                <a:lnTo>
                  <a:pt x="676" y="1980"/>
                </a:lnTo>
                <a:lnTo>
                  <a:pt x="747" y="1980"/>
                </a:lnTo>
                <a:lnTo>
                  <a:pt x="818" y="1978"/>
                </a:lnTo>
                <a:lnTo>
                  <a:pt x="886" y="1978"/>
                </a:lnTo>
                <a:lnTo>
                  <a:pt x="952" y="1977"/>
                </a:lnTo>
                <a:lnTo>
                  <a:pt x="1014" y="1977"/>
                </a:lnTo>
                <a:lnTo>
                  <a:pt x="1073" y="1976"/>
                </a:lnTo>
                <a:lnTo>
                  <a:pt x="1125" y="1976"/>
                </a:lnTo>
                <a:lnTo>
                  <a:pt x="1173" y="1974"/>
                </a:lnTo>
                <a:lnTo>
                  <a:pt x="1213" y="1974"/>
                </a:lnTo>
                <a:lnTo>
                  <a:pt x="1247" y="1974"/>
                </a:lnTo>
                <a:lnTo>
                  <a:pt x="1273" y="1973"/>
                </a:lnTo>
                <a:lnTo>
                  <a:pt x="1290" y="1973"/>
                </a:lnTo>
                <a:lnTo>
                  <a:pt x="1297" y="1973"/>
                </a:lnTo>
                <a:lnTo>
                  <a:pt x="1341" y="1963"/>
                </a:lnTo>
                <a:lnTo>
                  <a:pt x="1380" y="1953"/>
                </a:lnTo>
                <a:lnTo>
                  <a:pt x="1416" y="1939"/>
                </a:lnTo>
                <a:lnTo>
                  <a:pt x="1452" y="1922"/>
                </a:lnTo>
                <a:lnTo>
                  <a:pt x="1485" y="1900"/>
                </a:lnTo>
                <a:lnTo>
                  <a:pt x="1549" y="1839"/>
                </a:lnTo>
                <a:lnTo>
                  <a:pt x="1611" y="1773"/>
                </a:lnTo>
                <a:lnTo>
                  <a:pt x="1671" y="1704"/>
                </a:lnTo>
                <a:lnTo>
                  <a:pt x="1729" y="1634"/>
                </a:lnTo>
                <a:lnTo>
                  <a:pt x="1786" y="1563"/>
                </a:lnTo>
                <a:lnTo>
                  <a:pt x="1853" y="1480"/>
                </a:lnTo>
                <a:lnTo>
                  <a:pt x="1907" y="1414"/>
                </a:lnTo>
                <a:lnTo>
                  <a:pt x="1962" y="1342"/>
                </a:lnTo>
                <a:lnTo>
                  <a:pt x="2017" y="1268"/>
                </a:lnTo>
                <a:lnTo>
                  <a:pt x="2071" y="1188"/>
                </a:lnTo>
                <a:lnTo>
                  <a:pt x="2120" y="1103"/>
                </a:lnTo>
                <a:lnTo>
                  <a:pt x="2164" y="1017"/>
                </a:lnTo>
                <a:lnTo>
                  <a:pt x="2201" y="929"/>
                </a:lnTo>
                <a:lnTo>
                  <a:pt x="2222" y="865"/>
                </a:lnTo>
                <a:lnTo>
                  <a:pt x="2236" y="799"/>
                </a:lnTo>
                <a:lnTo>
                  <a:pt x="2248" y="730"/>
                </a:lnTo>
                <a:lnTo>
                  <a:pt x="2252" y="657"/>
                </a:lnTo>
                <a:lnTo>
                  <a:pt x="2250" y="578"/>
                </a:lnTo>
                <a:lnTo>
                  <a:pt x="2249" y="542"/>
                </a:lnTo>
                <a:lnTo>
                  <a:pt x="2248" y="505"/>
                </a:lnTo>
                <a:lnTo>
                  <a:pt x="2245" y="447"/>
                </a:lnTo>
                <a:lnTo>
                  <a:pt x="2243" y="390"/>
                </a:lnTo>
                <a:lnTo>
                  <a:pt x="2245" y="333"/>
                </a:lnTo>
                <a:lnTo>
                  <a:pt x="2253" y="277"/>
                </a:lnTo>
                <a:lnTo>
                  <a:pt x="2269" y="221"/>
                </a:lnTo>
                <a:lnTo>
                  <a:pt x="2286" y="176"/>
                </a:lnTo>
                <a:lnTo>
                  <a:pt x="2307" y="136"/>
                </a:lnTo>
                <a:lnTo>
                  <a:pt x="2334" y="101"/>
                </a:lnTo>
                <a:lnTo>
                  <a:pt x="2366" y="70"/>
                </a:lnTo>
                <a:lnTo>
                  <a:pt x="2400" y="46"/>
                </a:lnTo>
                <a:lnTo>
                  <a:pt x="2439" y="25"/>
                </a:lnTo>
                <a:lnTo>
                  <a:pt x="2481" y="11"/>
                </a:lnTo>
                <a:lnTo>
                  <a:pt x="2526" y="3"/>
                </a:lnTo>
                <a:lnTo>
                  <a:pt x="2576" y="0"/>
                </a:lnTo>
                <a:close/>
              </a:path>
            </a:pathLst>
          </a:custGeom>
          <a:solidFill>
            <a:schemeClr val="accent5">
              <a:lumMod val="50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sp>
        <p:nvSpPr>
          <p:cNvPr id="35" name="Rounded Rectangle 34"/>
          <p:cNvSpPr/>
          <p:nvPr/>
        </p:nvSpPr>
        <p:spPr>
          <a:xfrm>
            <a:off x="199292" y="105508"/>
            <a:ext cx="11793416" cy="6611815"/>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1185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p:cNvSpPr txBox="1">
            <a:spLocks/>
          </p:cNvSpPr>
          <p:nvPr/>
        </p:nvSpPr>
        <p:spPr>
          <a:xfrm>
            <a:off x="4857482" y="2717456"/>
            <a:ext cx="2543253" cy="8865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1"/>
            <a:r>
              <a:rPr lang="fa-IR" dirty="0">
                <a:cs typeface="B Titr" panose="00000700000000000000" pitchFamily="2" charset="-78"/>
              </a:rPr>
              <a:t>مشتریان ما</a:t>
            </a:r>
            <a:endParaRPr lang="en-US" dirty="0">
              <a:cs typeface="B Titr" panose="00000700000000000000" pitchFamily="2" charset="-78"/>
            </a:endParaRPr>
          </a:p>
        </p:txBody>
      </p:sp>
      <p:sp>
        <p:nvSpPr>
          <p:cNvPr id="20" name="Rounded Rectangle 19"/>
          <p:cNvSpPr/>
          <p:nvPr/>
        </p:nvSpPr>
        <p:spPr>
          <a:xfrm>
            <a:off x="4860979" y="2584550"/>
            <a:ext cx="2543253" cy="10634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3"/>
          <a:stretch>
            <a:fillRect/>
          </a:stretch>
        </p:blipFill>
        <p:spPr>
          <a:xfrm>
            <a:off x="3412393" y="2769484"/>
            <a:ext cx="854484" cy="641931"/>
          </a:xfrm>
          <a:prstGeom prst="rect">
            <a:avLst/>
          </a:prstGeom>
        </p:spPr>
      </p:pic>
      <p:pic>
        <p:nvPicPr>
          <p:cNvPr id="21" name="Picture 20"/>
          <p:cNvPicPr>
            <a:picLocks noChangeAspect="1"/>
          </p:cNvPicPr>
          <p:nvPr/>
        </p:nvPicPr>
        <p:blipFill>
          <a:blip r:embed="rId4"/>
          <a:stretch>
            <a:fillRect/>
          </a:stretch>
        </p:blipFill>
        <p:spPr>
          <a:xfrm>
            <a:off x="6846852" y="507804"/>
            <a:ext cx="1170074" cy="1170074"/>
          </a:xfrm>
          <a:prstGeom prst="rect">
            <a:avLst/>
          </a:prstGeom>
        </p:spPr>
      </p:pic>
      <p:pic>
        <p:nvPicPr>
          <p:cNvPr id="22" name="Picture 21"/>
          <p:cNvPicPr>
            <a:picLocks noChangeAspect="1"/>
          </p:cNvPicPr>
          <p:nvPr/>
        </p:nvPicPr>
        <p:blipFill>
          <a:blip r:embed="rId5"/>
          <a:stretch>
            <a:fillRect/>
          </a:stretch>
        </p:blipFill>
        <p:spPr>
          <a:xfrm>
            <a:off x="6666114" y="4775537"/>
            <a:ext cx="883137" cy="883137"/>
          </a:xfrm>
          <a:prstGeom prst="rect">
            <a:avLst/>
          </a:prstGeom>
        </p:spPr>
      </p:pic>
      <p:pic>
        <p:nvPicPr>
          <p:cNvPr id="24" name="Picture 23"/>
          <p:cNvPicPr>
            <a:picLocks noChangeAspect="1"/>
          </p:cNvPicPr>
          <p:nvPr/>
        </p:nvPicPr>
        <p:blipFill>
          <a:blip r:embed="rId6"/>
          <a:stretch>
            <a:fillRect/>
          </a:stretch>
        </p:blipFill>
        <p:spPr>
          <a:xfrm>
            <a:off x="7647182" y="1622103"/>
            <a:ext cx="805874" cy="805874"/>
          </a:xfrm>
          <a:prstGeom prst="rect">
            <a:avLst/>
          </a:prstGeom>
        </p:spPr>
      </p:pic>
      <p:pic>
        <p:nvPicPr>
          <p:cNvPr id="26" name="Picture 25"/>
          <p:cNvPicPr>
            <a:picLocks noChangeAspect="1"/>
          </p:cNvPicPr>
          <p:nvPr/>
        </p:nvPicPr>
        <p:blipFill>
          <a:blip r:embed="rId7"/>
          <a:stretch>
            <a:fillRect/>
          </a:stretch>
        </p:blipFill>
        <p:spPr>
          <a:xfrm>
            <a:off x="8729772" y="3199450"/>
            <a:ext cx="1266049" cy="1266049"/>
          </a:xfrm>
          <a:prstGeom prst="rect">
            <a:avLst/>
          </a:prstGeom>
        </p:spPr>
      </p:pic>
      <p:pic>
        <p:nvPicPr>
          <p:cNvPr id="27" name="Picture 26"/>
          <p:cNvPicPr>
            <a:picLocks noChangeAspect="1"/>
          </p:cNvPicPr>
          <p:nvPr/>
        </p:nvPicPr>
        <p:blipFill>
          <a:blip r:embed="rId8"/>
          <a:stretch>
            <a:fillRect/>
          </a:stretch>
        </p:blipFill>
        <p:spPr>
          <a:xfrm>
            <a:off x="2325769" y="2192945"/>
            <a:ext cx="877399" cy="438699"/>
          </a:xfrm>
          <a:prstGeom prst="rect">
            <a:avLst/>
          </a:prstGeom>
        </p:spPr>
      </p:pic>
      <p:pic>
        <p:nvPicPr>
          <p:cNvPr id="28" name="Picture 2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251394" y="3923563"/>
            <a:ext cx="1357554" cy="587050"/>
          </a:xfrm>
          <a:prstGeom prst="rect">
            <a:avLst/>
          </a:prstGeom>
        </p:spPr>
      </p:pic>
      <p:pic>
        <p:nvPicPr>
          <p:cNvPr id="35" name="Picture 3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919639" y="2995975"/>
            <a:ext cx="926526" cy="393773"/>
          </a:xfrm>
          <a:prstGeom prst="rect">
            <a:avLst/>
          </a:prstGeom>
        </p:spPr>
      </p:pic>
      <p:sp>
        <p:nvSpPr>
          <p:cNvPr id="36" name="Rounded Rectangle 35"/>
          <p:cNvSpPr/>
          <p:nvPr/>
        </p:nvSpPr>
        <p:spPr>
          <a:xfrm>
            <a:off x="199292" y="105508"/>
            <a:ext cx="11793416" cy="6611815"/>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p:cNvPicPr>
            <a:picLocks noChangeAspect="1"/>
          </p:cNvPicPr>
          <p:nvPr/>
        </p:nvPicPr>
        <p:blipFill>
          <a:blip r:embed="rId11"/>
          <a:stretch>
            <a:fillRect/>
          </a:stretch>
        </p:blipFill>
        <p:spPr>
          <a:xfrm>
            <a:off x="5359260" y="1703450"/>
            <a:ext cx="1278990" cy="378730"/>
          </a:xfrm>
          <a:prstGeom prst="rect">
            <a:avLst/>
          </a:prstGeom>
        </p:spPr>
      </p:pic>
      <p:pic>
        <p:nvPicPr>
          <p:cNvPr id="4" name="Picture 3"/>
          <p:cNvPicPr>
            <a:picLocks noChangeAspect="1"/>
          </p:cNvPicPr>
          <p:nvPr/>
        </p:nvPicPr>
        <p:blipFill>
          <a:blip r:embed="rId12"/>
          <a:stretch>
            <a:fillRect/>
          </a:stretch>
        </p:blipFill>
        <p:spPr>
          <a:xfrm>
            <a:off x="3650033" y="859409"/>
            <a:ext cx="1531391" cy="468870"/>
          </a:xfrm>
          <a:prstGeom prst="rect">
            <a:avLst/>
          </a:prstGeom>
        </p:spPr>
      </p:pic>
      <p:pic>
        <p:nvPicPr>
          <p:cNvPr id="3" name="Picture 2"/>
          <p:cNvPicPr>
            <a:picLocks noChangeAspect="1"/>
          </p:cNvPicPr>
          <p:nvPr/>
        </p:nvPicPr>
        <p:blipFill>
          <a:blip r:embed="rId13"/>
          <a:stretch>
            <a:fillRect/>
          </a:stretch>
        </p:blipFill>
        <p:spPr>
          <a:xfrm>
            <a:off x="3427094" y="1644986"/>
            <a:ext cx="1362030" cy="716164"/>
          </a:xfrm>
          <a:prstGeom prst="rect">
            <a:avLst/>
          </a:prstGeom>
        </p:spPr>
      </p:pic>
      <p:pic>
        <p:nvPicPr>
          <p:cNvPr id="5" name="Picture 4"/>
          <p:cNvPicPr>
            <a:picLocks noChangeAspect="1"/>
          </p:cNvPicPr>
          <p:nvPr/>
        </p:nvPicPr>
        <p:blipFill rotWithShape="1">
          <a:blip r:embed="rId14">
            <a:extLst>
              <a:ext uri="{28A0092B-C50C-407E-A947-70E740481C1C}">
                <a14:useLocalDpi xmlns:a14="http://schemas.microsoft.com/office/drawing/2010/main" val="0"/>
              </a:ext>
            </a:extLst>
          </a:blip>
          <a:srcRect t="17572" b="18428"/>
          <a:stretch/>
        </p:blipFill>
        <p:spPr>
          <a:xfrm>
            <a:off x="8251640" y="4823451"/>
            <a:ext cx="1189051" cy="760992"/>
          </a:xfrm>
          <a:prstGeom prst="rect">
            <a:avLst/>
          </a:prstGeom>
        </p:spPr>
      </p:pic>
      <p:pic>
        <p:nvPicPr>
          <p:cNvPr id="6" name="Picture 5"/>
          <p:cNvPicPr>
            <a:picLocks noChangeAspect="1"/>
          </p:cNvPicPr>
          <p:nvPr/>
        </p:nvPicPr>
        <p:blipFill rotWithShape="1">
          <a:blip r:embed="rId15"/>
          <a:srcRect l="10370" t="10458" r="10047" b="12384"/>
          <a:stretch/>
        </p:blipFill>
        <p:spPr>
          <a:xfrm>
            <a:off x="8808551" y="1892815"/>
            <a:ext cx="616462" cy="597686"/>
          </a:xfrm>
          <a:prstGeom prst="rect">
            <a:avLst/>
          </a:prstGeom>
        </p:spPr>
      </p:pic>
      <p:pic>
        <p:nvPicPr>
          <p:cNvPr id="7" name="Picture 6"/>
          <p:cNvPicPr>
            <a:picLocks noChangeAspect="1"/>
          </p:cNvPicPr>
          <p:nvPr/>
        </p:nvPicPr>
        <p:blipFill>
          <a:blip r:embed="rId16"/>
          <a:stretch>
            <a:fillRect/>
          </a:stretch>
        </p:blipFill>
        <p:spPr>
          <a:xfrm>
            <a:off x="9700145" y="4784931"/>
            <a:ext cx="838031" cy="838031"/>
          </a:xfrm>
          <a:prstGeom prst="rect">
            <a:avLst/>
          </a:prstGeom>
        </p:spPr>
      </p:pic>
      <p:pic>
        <p:nvPicPr>
          <p:cNvPr id="8" name="Picture 7"/>
          <p:cNvPicPr>
            <a:picLocks noChangeAspect="1"/>
          </p:cNvPicPr>
          <p:nvPr/>
        </p:nvPicPr>
        <p:blipFill>
          <a:blip r:embed="rId17"/>
          <a:stretch>
            <a:fillRect/>
          </a:stretch>
        </p:blipFill>
        <p:spPr>
          <a:xfrm>
            <a:off x="5669435" y="4069849"/>
            <a:ext cx="792674" cy="682367"/>
          </a:xfrm>
          <a:prstGeom prst="rect">
            <a:avLst/>
          </a:prstGeom>
        </p:spPr>
      </p:pic>
      <p:pic>
        <p:nvPicPr>
          <p:cNvPr id="9" name="Picture 8"/>
          <p:cNvPicPr>
            <a:picLocks noChangeAspect="1"/>
          </p:cNvPicPr>
          <p:nvPr/>
        </p:nvPicPr>
        <p:blipFill>
          <a:blip r:embed="rId18"/>
          <a:stretch>
            <a:fillRect/>
          </a:stretch>
        </p:blipFill>
        <p:spPr>
          <a:xfrm>
            <a:off x="3650033" y="3832475"/>
            <a:ext cx="1086030" cy="639551"/>
          </a:xfrm>
          <a:prstGeom prst="rect">
            <a:avLst/>
          </a:prstGeom>
        </p:spPr>
      </p:pic>
      <p:pic>
        <p:nvPicPr>
          <p:cNvPr id="10" name="Picture 9"/>
          <p:cNvPicPr>
            <a:picLocks noChangeAspect="1"/>
          </p:cNvPicPr>
          <p:nvPr/>
        </p:nvPicPr>
        <p:blipFill>
          <a:blip r:embed="rId19"/>
          <a:stretch>
            <a:fillRect/>
          </a:stretch>
        </p:blipFill>
        <p:spPr>
          <a:xfrm>
            <a:off x="1318778" y="3426421"/>
            <a:ext cx="2081450" cy="643428"/>
          </a:xfrm>
          <a:prstGeom prst="rect">
            <a:avLst/>
          </a:prstGeom>
        </p:spPr>
      </p:pic>
      <p:pic>
        <p:nvPicPr>
          <p:cNvPr id="11" name="Picture 10"/>
          <p:cNvPicPr>
            <a:picLocks noChangeAspect="1"/>
          </p:cNvPicPr>
          <p:nvPr/>
        </p:nvPicPr>
        <p:blipFill>
          <a:blip r:embed="rId20"/>
          <a:stretch>
            <a:fillRect/>
          </a:stretch>
        </p:blipFill>
        <p:spPr>
          <a:xfrm>
            <a:off x="3839635" y="4851479"/>
            <a:ext cx="1374478" cy="488080"/>
          </a:xfrm>
          <a:prstGeom prst="rect">
            <a:avLst/>
          </a:prstGeom>
        </p:spPr>
      </p:pic>
      <p:pic>
        <p:nvPicPr>
          <p:cNvPr id="12" name="Picture 11"/>
          <p:cNvPicPr>
            <a:picLocks noChangeAspect="1"/>
          </p:cNvPicPr>
          <p:nvPr/>
        </p:nvPicPr>
        <p:blipFill>
          <a:blip r:embed="rId21"/>
          <a:stretch>
            <a:fillRect/>
          </a:stretch>
        </p:blipFill>
        <p:spPr>
          <a:xfrm>
            <a:off x="5653154" y="5460790"/>
            <a:ext cx="1112690" cy="1098568"/>
          </a:xfrm>
          <a:prstGeom prst="rect">
            <a:avLst/>
          </a:prstGeom>
        </p:spPr>
      </p:pic>
      <p:pic>
        <p:nvPicPr>
          <p:cNvPr id="29" name="Picture 28"/>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9890985" y="2313134"/>
            <a:ext cx="1229463" cy="721456"/>
          </a:xfrm>
          <a:prstGeom prst="rect">
            <a:avLst/>
          </a:prstGeom>
        </p:spPr>
      </p:pic>
      <p:pic>
        <p:nvPicPr>
          <p:cNvPr id="13" name="Picture 12"/>
          <p:cNvPicPr>
            <a:picLocks noChangeAspect="1"/>
          </p:cNvPicPr>
          <p:nvPr/>
        </p:nvPicPr>
        <p:blipFill>
          <a:blip r:embed="rId23"/>
          <a:stretch>
            <a:fillRect/>
          </a:stretch>
        </p:blipFill>
        <p:spPr>
          <a:xfrm>
            <a:off x="8587831" y="495860"/>
            <a:ext cx="946155" cy="946155"/>
          </a:xfrm>
          <a:prstGeom prst="rect">
            <a:avLst/>
          </a:prstGeom>
        </p:spPr>
      </p:pic>
      <p:pic>
        <p:nvPicPr>
          <p:cNvPr id="15" name="Picture 14"/>
          <p:cNvPicPr>
            <a:picLocks noChangeAspect="1"/>
          </p:cNvPicPr>
          <p:nvPr/>
        </p:nvPicPr>
        <p:blipFill>
          <a:blip r:embed="rId24"/>
          <a:stretch>
            <a:fillRect/>
          </a:stretch>
        </p:blipFill>
        <p:spPr>
          <a:xfrm>
            <a:off x="5597187" y="184339"/>
            <a:ext cx="1063844" cy="1033362"/>
          </a:xfrm>
          <a:prstGeom prst="rect">
            <a:avLst/>
          </a:prstGeom>
        </p:spPr>
      </p:pic>
      <p:pic>
        <p:nvPicPr>
          <p:cNvPr id="16" name="Picture 15"/>
          <p:cNvPicPr>
            <a:picLocks noChangeAspect="1"/>
          </p:cNvPicPr>
          <p:nvPr/>
        </p:nvPicPr>
        <p:blipFill>
          <a:blip r:embed="rId25"/>
          <a:stretch>
            <a:fillRect/>
          </a:stretch>
        </p:blipFill>
        <p:spPr>
          <a:xfrm>
            <a:off x="1603481" y="758201"/>
            <a:ext cx="1444575" cy="1007763"/>
          </a:xfrm>
          <a:prstGeom prst="rect">
            <a:avLst/>
          </a:prstGeom>
        </p:spPr>
      </p:pic>
      <p:pic>
        <p:nvPicPr>
          <p:cNvPr id="17" name="Picture 16"/>
          <p:cNvPicPr>
            <a:picLocks noChangeAspect="1"/>
          </p:cNvPicPr>
          <p:nvPr/>
        </p:nvPicPr>
        <p:blipFill>
          <a:blip r:embed="rId26"/>
          <a:stretch>
            <a:fillRect/>
          </a:stretch>
        </p:blipFill>
        <p:spPr>
          <a:xfrm>
            <a:off x="7117038" y="5948458"/>
            <a:ext cx="1393466" cy="599195"/>
          </a:xfrm>
          <a:prstGeom prst="rect">
            <a:avLst/>
          </a:prstGeom>
        </p:spPr>
      </p:pic>
      <p:pic>
        <p:nvPicPr>
          <p:cNvPr id="18" name="Picture 17"/>
          <p:cNvPicPr>
            <a:picLocks noChangeAspect="1"/>
          </p:cNvPicPr>
          <p:nvPr/>
        </p:nvPicPr>
        <p:blipFill>
          <a:blip r:embed="rId27"/>
          <a:stretch>
            <a:fillRect/>
          </a:stretch>
        </p:blipFill>
        <p:spPr>
          <a:xfrm>
            <a:off x="646283" y="2313054"/>
            <a:ext cx="1217171" cy="808804"/>
          </a:xfrm>
          <a:prstGeom prst="rect">
            <a:avLst/>
          </a:prstGeom>
        </p:spPr>
      </p:pic>
      <p:pic>
        <p:nvPicPr>
          <p:cNvPr id="19" name="Picture 18"/>
          <p:cNvPicPr>
            <a:picLocks noChangeAspect="1"/>
          </p:cNvPicPr>
          <p:nvPr/>
        </p:nvPicPr>
        <p:blipFill>
          <a:blip r:embed="rId28"/>
          <a:stretch>
            <a:fillRect/>
          </a:stretch>
        </p:blipFill>
        <p:spPr>
          <a:xfrm>
            <a:off x="9852590" y="923486"/>
            <a:ext cx="1214474" cy="1214474"/>
          </a:xfrm>
          <a:prstGeom prst="rect">
            <a:avLst/>
          </a:prstGeom>
        </p:spPr>
      </p:pic>
      <p:pic>
        <p:nvPicPr>
          <p:cNvPr id="23" name="Picture 22"/>
          <p:cNvPicPr>
            <a:picLocks noChangeAspect="1"/>
          </p:cNvPicPr>
          <p:nvPr/>
        </p:nvPicPr>
        <p:blipFill>
          <a:blip r:embed="rId29"/>
          <a:stretch>
            <a:fillRect/>
          </a:stretch>
        </p:blipFill>
        <p:spPr>
          <a:xfrm>
            <a:off x="6800040" y="3700807"/>
            <a:ext cx="1674159" cy="1113546"/>
          </a:xfrm>
          <a:prstGeom prst="rect">
            <a:avLst/>
          </a:prstGeom>
        </p:spPr>
      </p:pic>
      <p:pic>
        <p:nvPicPr>
          <p:cNvPr id="30" name="Picture 29"/>
          <p:cNvPicPr>
            <a:picLocks noChangeAspect="1"/>
          </p:cNvPicPr>
          <p:nvPr/>
        </p:nvPicPr>
        <p:blipFill>
          <a:blip r:embed="rId30"/>
          <a:stretch>
            <a:fillRect/>
          </a:stretch>
        </p:blipFill>
        <p:spPr>
          <a:xfrm>
            <a:off x="3071591" y="5759443"/>
            <a:ext cx="2273698" cy="799915"/>
          </a:xfrm>
          <a:prstGeom prst="rect">
            <a:avLst/>
          </a:prstGeom>
        </p:spPr>
      </p:pic>
      <p:pic>
        <p:nvPicPr>
          <p:cNvPr id="32" name="Picture 31"/>
          <p:cNvPicPr>
            <a:picLocks noChangeAspect="1"/>
          </p:cNvPicPr>
          <p:nvPr/>
        </p:nvPicPr>
        <p:blipFill>
          <a:blip r:embed="rId31"/>
          <a:stretch>
            <a:fillRect/>
          </a:stretch>
        </p:blipFill>
        <p:spPr>
          <a:xfrm>
            <a:off x="1992568" y="4292101"/>
            <a:ext cx="1399314" cy="1399314"/>
          </a:xfrm>
          <a:prstGeom prst="rect">
            <a:avLst/>
          </a:prstGeom>
        </p:spPr>
      </p:pic>
    </p:spTree>
    <p:extLst>
      <p:ext uri="{BB962C8B-B14F-4D97-AF65-F5344CB8AC3E}">
        <p14:creationId xmlns:p14="http://schemas.microsoft.com/office/powerpoint/2010/main" val="36848911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10908" y="2333103"/>
            <a:ext cx="5462954" cy="1593915"/>
          </a:xfrm>
        </p:spPr>
        <p:txBody>
          <a:bodyPr>
            <a:normAutofit fontScale="90000"/>
          </a:bodyPr>
          <a:lstStyle/>
          <a:p>
            <a:pPr algn="r" rtl="1">
              <a:lnSpc>
                <a:spcPct val="100000"/>
              </a:lnSpc>
            </a:pPr>
            <a:r>
              <a:rPr lang="fa-IR" sz="2700" dirty="0">
                <a:cs typeface="B Titr" panose="00000700000000000000" pitchFamily="2" charset="-78"/>
              </a:rPr>
              <a:t>وبسایت:</a:t>
            </a:r>
            <a:r>
              <a:rPr lang="en-US" sz="2700" b="1" dirty="0">
                <a:latin typeface="Adobe Gothic Std B" panose="020B0800000000000000" pitchFamily="34" charset="-128"/>
                <a:ea typeface="Adobe Gothic Std B" panose="020B0800000000000000" pitchFamily="34" charset="-128"/>
              </a:rPr>
              <a:t>www.jobut.ir</a:t>
            </a:r>
            <a:r>
              <a:rPr lang="en-US" sz="2700" b="1" dirty="0"/>
              <a:t> </a:t>
            </a:r>
            <a:br>
              <a:rPr lang="fa-IR" sz="2700" b="1" dirty="0"/>
            </a:br>
            <a:r>
              <a:rPr lang="fa-IR" sz="2700" dirty="0">
                <a:cs typeface="B Titr" panose="00000700000000000000" pitchFamily="2" charset="-78"/>
              </a:rPr>
              <a:t>لینکدین</a:t>
            </a:r>
            <a:r>
              <a:rPr lang="fa-IR" sz="2700" b="1" dirty="0"/>
              <a:t>:</a:t>
            </a:r>
            <a:r>
              <a:rPr lang="en-US" sz="2700" b="1" dirty="0"/>
              <a:t> </a:t>
            </a:r>
            <a:r>
              <a:rPr lang="en-US" sz="2700" b="1" dirty="0">
                <a:latin typeface="Adobe Gothic Std B" panose="020B0800000000000000" pitchFamily="34" charset="-128"/>
                <a:ea typeface="Adobe Gothic Std B" panose="020B0800000000000000" pitchFamily="34" charset="-128"/>
                <a:hlinkClick r:id="rId3"/>
              </a:rPr>
              <a:t>@</a:t>
            </a:r>
            <a:r>
              <a:rPr lang="en-US" sz="2700" b="1" dirty="0" err="1">
                <a:latin typeface="Adobe Gothic Std B" panose="020B0800000000000000" pitchFamily="34" charset="-128"/>
                <a:ea typeface="Adobe Gothic Std B" panose="020B0800000000000000" pitchFamily="34" charset="-128"/>
                <a:hlinkClick r:id="rId3"/>
              </a:rPr>
              <a:t>jobut-ir</a:t>
            </a:r>
            <a:br>
              <a:rPr lang="fa-IR" sz="2700" b="1" dirty="0"/>
            </a:br>
            <a:r>
              <a:rPr lang="fa-IR" sz="2700" dirty="0">
                <a:cs typeface="B Titr" panose="00000700000000000000" pitchFamily="2" charset="-78"/>
              </a:rPr>
              <a:t>تلگرام</a:t>
            </a:r>
            <a:r>
              <a:rPr lang="fa-IR" sz="2700" b="1" dirty="0"/>
              <a:t>: </a:t>
            </a:r>
            <a:r>
              <a:rPr lang="en-US" sz="2700" b="1" dirty="0">
                <a:latin typeface="Adobe Gothic Std B" panose="020B0800000000000000" pitchFamily="34" charset="-128"/>
                <a:ea typeface="Adobe Gothic Std B" panose="020B0800000000000000" pitchFamily="34" charset="-128"/>
                <a:hlinkClick r:id="rId4"/>
              </a:rPr>
              <a:t>@job_ut</a:t>
            </a:r>
            <a:br>
              <a:rPr lang="fa-IR" sz="2700" b="1" dirty="0">
                <a:latin typeface="Adobe Gothic Std B" panose="020B0800000000000000" pitchFamily="34" charset="-128"/>
                <a:ea typeface="Adobe Gothic Std B" panose="020B0800000000000000" pitchFamily="34" charset="-128"/>
              </a:rPr>
            </a:br>
            <a:r>
              <a:rPr lang="fa-IR" sz="2700" dirty="0">
                <a:cs typeface="B Titr" panose="00000700000000000000" pitchFamily="2" charset="-78"/>
              </a:rPr>
              <a:t>تلفن: 09334414351</a:t>
            </a:r>
            <a:endParaRPr lang="en-US" sz="2700" dirty="0">
              <a:cs typeface="B Titr" panose="00000700000000000000" pitchFamily="2" charset="-78"/>
            </a:endParaRPr>
          </a:p>
        </p:txBody>
      </p:sp>
      <p:sp>
        <p:nvSpPr>
          <p:cNvPr id="6" name="TextBox 5"/>
          <p:cNvSpPr txBox="1"/>
          <p:nvPr/>
        </p:nvSpPr>
        <p:spPr>
          <a:xfrm>
            <a:off x="3532090" y="6154613"/>
            <a:ext cx="3798277" cy="466987"/>
          </a:xfrm>
          <a:prstGeom prst="rect">
            <a:avLst/>
          </a:prstGeom>
          <a:noFill/>
        </p:spPr>
        <p:txBody>
          <a:bodyPr wrap="square" rtlCol="0">
            <a:spAutoFit/>
          </a:bodyPr>
          <a:lstStyle/>
          <a:p>
            <a:pPr algn="r" rtl="1">
              <a:lnSpc>
                <a:spcPct val="90000"/>
              </a:lnSpc>
              <a:spcBef>
                <a:spcPct val="0"/>
              </a:spcBef>
            </a:pPr>
            <a:r>
              <a:rPr lang="en-US" sz="2700" b="1" dirty="0">
                <a:latin typeface="Adobe Gothic Std B" panose="020B0800000000000000" pitchFamily="34" charset="-128"/>
                <a:ea typeface="Adobe Gothic Std B" panose="020B0800000000000000" pitchFamily="34" charset="-128"/>
                <a:cs typeface="+mj-cs"/>
              </a:rPr>
              <a:t>WWW.JOBUT.IR</a:t>
            </a:r>
          </a:p>
        </p:txBody>
      </p:sp>
      <p:sp>
        <p:nvSpPr>
          <p:cNvPr id="5" name="Rounded Rectangle 4"/>
          <p:cNvSpPr/>
          <p:nvPr/>
        </p:nvSpPr>
        <p:spPr>
          <a:xfrm>
            <a:off x="199292" y="105508"/>
            <a:ext cx="11793416" cy="6611815"/>
          </a:xfrm>
          <a:prstGeom prst="round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743699" y="1508435"/>
            <a:ext cx="3446585" cy="584775"/>
          </a:xfrm>
          <a:prstGeom prst="rect">
            <a:avLst/>
          </a:prstGeom>
          <a:noFill/>
        </p:spPr>
        <p:txBody>
          <a:bodyPr wrap="square" rtlCol="0">
            <a:spAutoFit/>
          </a:bodyPr>
          <a:lstStyle/>
          <a:p>
            <a:pPr algn="r"/>
            <a:r>
              <a:rPr lang="fa-IR" sz="3200" dirty="0">
                <a:cs typeface="B Titr" panose="00000700000000000000" pitchFamily="2" charset="-78"/>
              </a:rPr>
              <a:t>ارتباط با ما</a:t>
            </a:r>
            <a:endParaRPr lang="en-US" sz="3200" dirty="0"/>
          </a:p>
        </p:txBody>
      </p:sp>
      <p:pic>
        <p:nvPicPr>
          <p:cNvPr id="4" name="Picture 3"/>
          <p:cNvPicPr>
            <a:picLocks noChangeAspect="1"/>
          </p:cNvPicPr>
          <p:nvPr/>
        </p:nvPicPr>
        <p:blipFill>
          <a:blip r:embed="rId5"/>
          <a:stretch>
            <a:fillRect/>
          </a:stretch>
        </p:blipFill>
        <p:spPr>
          <a:xfrm>
            <a:off x="1122641" y="1025563"/>
            <a:ext cx="4818898" cy="4875516"/>
          </a:xfrm>
          <a:prstGeom prst="rect">
            <a:avLst/>
          </a:prstGeom>
        </p:spPr>
      </p:pic>
    </p:spTree>
    <p:extLst>
      <p:ext uri="{BB962C8B-B14F-4D97-AF65-F5344CB8AC3E}">
        <p14:creationId xmlns:p14="http://schemas.microsoft.com/office/powerpoint/2010/main" val="42771963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506</TotalTime>
  <Words>689</Words>
  <Application>Microsoft Office PowerPoint</Application>
  <PresentationFormat>Widescreen</PresentationFormat>
  <Paragraphs>74</Paragraphs>
  <Slides>8</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Adobe Gothic Std B</vt:lpstr>
      <vt:lpstr>IRANSansDN</vt:lpstr>
      <vt:lpstr>Adobe Arabic</vt:lpstr>
      <vt:lpstr>Arial</vt:lpstr>
      <vt:lpstr>B Nazanin</vt:lpstr>
      <vt:lpstr>B Titr</vt:lpstr>
      <vt:lpstr>Calibri</vt:lpstr>
      <vt:lpstr>Calibri Light</vt:lpstr>
      <vt:lpstr>Office Theme</vt:lpstr>
      <vt:lpstr> شبکه استخدامی متخصصین آکادمیک  (همراه شما در جذب و استخدام)  تاسیس 1395</vt:lpstr>
      <vt:lpstr>درباره ما</vt:lpstr>
      <vt:lpstr>PowerPoint Presentation</vt:lpstr>
      <vt:lpstr>PowerPoint Presentation</vt:lpstr>
      <vt:lpstr>PowerPoint Presentation</vt:lpstr>
      <vt:lpstr>PowerPoint Presentation</vt:lpstr>
      <vt:lpstr>PowerPoint Presentation</vt:lpstr>
      <vt:lpstr>وبسایت:www.jobut.ir  لینکدین: @jobut-ir تلگرام: @job_ut تلفن: 09334414351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mm</dc:creator>
  <cp:lastModifiedBy>DGC JameJam</cp:lastModifiedBy>
  <cp:revision>54</cp:revision>
  <dcterms:created xsi:type="dcterms:W3CDTF">2024-11-07T20:10:51Z</dcterms:created>
  <dcterms:modified xsi:type="dcterms:W3CDTF">2026-09-01T04:59:04Z</dcterms:modified>
</cp:coreProperties>
</file>